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134959713" r:id="rId2"/>
    <p:sldId id="2134959715" r:id="rId3"/>
    <p:sldId id="2134959716" r:id="rId4"/>
    <p:sldId id="257" r:id="rId5"/>
    <p:sldId id="258" r:id="rId6"/>
    <p:sldId id="259" r:id="rId7"/>
    <p:sldId id="260" r:id="rId8"/>
    <p:sldId id="213495971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9C26-46F5-4416-A230-AB9F4CF62E9E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778A7-3F49-441C-B82D-2C3C04E288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10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aseline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876355-1BAB-41B0-BE7E-8302F0F621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461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6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6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G Cover Blue Option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885C0D-C2FF-92B3-13D1-0E8663214D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23" y="2902773"/>
            <a:ext cx="5532437" cy="700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accent3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Cover Corporate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5593412-3200-255B-13B7-5ECB76D1742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63563" y="5889158"/>
            <a:ext cx="2740001" cy="2830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0817727-4C3F-E07B-7D0E-CE33F1D5BD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505140" y="-1579125"/>
            <a:ext cx="9728407" cy="848995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ED4840A1-6D40-A593-EEA4-83B410C631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892" y="1687485"/>
            <a:ext cx="2610422" cy="47496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90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G Cover Blue Option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0817727-4C3F-E07B-7D0E-CE33F1D5BD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505140" y="-1579125"/>
            <a:ext cx="9728407" cy="84899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13173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 Cover White Option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885C0D-C2FF-92B3-13D1-0E8663214D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23" y="2902773"/>
            <a:ext cx="5532437" cy="700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accent3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Cover </a:t>
            </a:r>
            <a:r>
              <a:rPr lang="en-US" err="1"/>
              <a:t>NavaX</a:t>
            </a:r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5593412-3200-255B-13B7-5ECB76D1742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63563" y="5889158"/>
            <a:ext cx="2740001" cy="2830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B79F284-A256-6A3E-47E4-9908446E04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9892" y="1687485"/>
            <a:ext cx="2610422" cy="47496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6C54EC0-14B2-9079-CAC7-F8B4185BBE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7773" y="0"/>
            <a:ext cx="71442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841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 Cover White Option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885C0D-C2FF-92B3-13D1-0E8663214D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23" y="2902773"/>
            <a:ext cx="5532437" cy="700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accent3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Cover Corp Option 2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5593412-3200-255B-13B7-5ECB76D1742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63563" y="5889158"/>
            <a:ext cx="2740001" cy="2830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B79F284-A256-6A3E-47E4-9908446E04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9892" y="1687485"/>
            <a:ext cx="2610422" cy="47496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6BEF535-BDAA-B326-25F9-F5FF31456D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3556" y="0"/>
            <a:ext cx="6308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828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 standard bullet slide full widt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68D69ECF-2E3D-229B-BEC0-74E577C96A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63725"/>
            <a:ext cx="10960858" cy="748790"/>
          </a:xfrm>
        </p:spPr>
        <p:txBody>
          <a:bodyPr lIns="0" anchor="b">
            <a:normAutofit/>
          </a:bodyPr>
          <a:lstStyle>
            <a:lvl1pPr>
              <a:defRPr sz="3800"/>
            </a:lvl1pPr>
          </a:lstStyle>
          <a:p>
            <a:r>
              <a:rPr lang="en-US"/>
              <a:t>Standard bullet slide full width</a:t>
            </a:r>
          </a:p>
        </p:txBody>
      </p:sp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260A00C6-A9A1-0953-945A-536BC06F2D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1489260"/>
            <a:ext cx="11001339" cy="4131812"/>
          </a:xfrm>
          <a:prstGeom prst="rect">
            <a:avLst/>
          </a:prstGeom>
        </p:spPr>
        <p:txBody>
          <a:bodyPr/>
          <a:lstStyle>
            <a:lvl1pPr marL="233363" indent="-233363">
              <a:buSzPct val="120000"/>
              <a:buFont typeface="Arial" panose="020B0604020202020204" pitchFamily="34" charset="0"/>
              <a:buChar char="•"/>
              <a:defRPr sz="1800">
                <a:solidFill>
                  <a:schemeClr val="accent3"/>
                </a:solidFill>
              </a:defRPr>
            </a:lvl1pPr>
            <a:lvl2pPr marL="688975" indent="-342900">
              <a:buFont typeface="Courier New" panose="02070309020205020404" pitchFamily="49" charset="0"/>
              <a:buChar char="o"/>
              <a:tabLst/>
              <a:defRPr sz="1600">
                <a:solidFill>
                  <a:schemeClr val="accent3"/>
                </a:solidFill>
              </a:defRPr>
            </a:lvl2pPr>
            <a:lvl3pPr marL="863600" indent="-342900">
              <a:buFont typeface="System Font Regular"/>
              <a:buChar char="⁃"/>
              <a:tabLst/>
              <a:defRPr sz="1400">
                <a:solidFill>
                  <a:schemeClr val="accent3"/>
                </a:solidFill>
              </a:defRPr>
            </a:lvl3pPr>
          </a:lstStyle>
          <a:p>
            <a:r>
              <a:rPr lang="en-US"/>
              <a:t>Bullet 1</a:t>
            </a:r>
          </a:p>
          <a:p>
            <a:pPr lvl="1"/>
            <a:r>
              <a:rPr lang="en-US"/>
              <a:t>Example bullet showing line spacing when a longer sentence is used in bullet format.</a:t>
            </a:r>
          </a:p>
          <a:p>
            <a:pPr lvl="2"/>
            <a:r>
              <a:rPr lang="en-US"/>
              <a:t>Third level bullet 1</a:t>
            </a:r>
          </a:p>
          <a:p>
            <a:r>
              <a:rPr lang="en-US"/>
              <a:t>Bullet 2</a:t>
            </a:r>
          </a:p>
          <a:p>
            <a:pPr lvl="1"/>
            <a:r>
              <a:rPr lang="en-US"/>
              <a:t>Bullet</a:t>
            </a:r>
          </a:p>
          <a:p>
            <a:pPr lvl="2"/>
            <a:r>
              <a:rPr lang="en-US"/>
              <a:t>Bullet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7FECC2C-17E5-DADA-0988-6D850FD660D1}"/>
              </a:ext>
            </a:extLst>
          </p:cNvPr>
          <p:cNvSpPr txBox="1">
            <a:spLocks/>
          </p:cNvSpPr>
          <p:nvPr userDrawn="1"/>
        </p:nvSpPr>
        <p:spPr>
          <a:xfrm>
            <a:off x="10646796" y="6607865"/>
            <a:ext cx="999787" cy="14709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rgbClr val="193AD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82C0D3-26A7-A64E-8170-5F3D69ED7171}" type="slidenum">
              <a:rPr lang="en-US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‹#›</a:t>
            </a:fld>
            <a:endParaRPr lang="en-US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F12169-D714-D739-E61E-FA57DA09EB26}"/>
              </a:ext>
            </a:extLst>
          </p:cNvPr>
          <p:cNvCxnSpPr>
            <a:cxnSpLocks/>
          </p:cNvCxnSpPr>
          <p:nvPr userDrawn="1"/>
        </p:nvCxnSpPr>
        <p:spPr>
          <a:xfrm>
            <a:off x="609600" y="6531788"/>
            <a:ext cx="1096085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420716A0-5F9E-0C4C-7C7B-0B33D2C3EC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333" y="6599392"/>
            <a:ext cx="901584" cy="1640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CE5086-3CE7-32E8-041F-4AA2EE6C2BEF}"/>
              </a:ext>
            </a:extLst>
          </p:cNvPr>
          <p:cNvSpPr txBox="1"/>
          <p:nvPr userDrawn="1"/>
        </p:nvSpPr>
        <p:spPr>
          <a:xfrm>
            <a:off x="1395663" y="6589081"/>
            <a:ext cx="150566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88914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4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S free text and bullets slide – full LS LS free text and bulle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F37BBFD8-5DAE-46B7-621A-4937BB303A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1436707"/>
            <a:ext cx="11001339" cy="4131812"/>
          </a:xfrm>
          <a:prstGeom prst="rect">
            <a:avLst/>
          </a:prstGeom>
        </p:spPr>
        <p:txBody>
          <a:bodyPr/>
          <a:lstStyle>
            <a:lvl1pPr marL="233363" indent="-233363">
              <a:buSzPct val="120000"/>
              <a:buFont typeface="Arial" panose="020B0604020202020204" pitchFamily="34" charset="0"/>
              <a:buChar char="•"/>
              <a:defRPr sz="1800">
                <a:solidFill>
                  <a:schemeClr val="accent3"/>
                </a:solidFill>
              </a:defRPr>
            </a:lvl1pPr>
            <a:lvl2pPr marL="688975" indent="-342900">
              <a:buFont typeface="Courier New" panose="02070309020205020404" pitchFamily="49" charset="0"/>
              <a:buChar char="o"/>
              <a:tabLst/>
              <a:defRPr sz="1600">
                <a:solidFill>
                  <a:schemeClr val="accent3"/>
                </a:solidFill>
              </a:defRPr>
            </a:lvl2pPr>
            <a:lvl3pPr marL="863600" indent="-342900">
              <a:buFont typeface="System Font Regular"/>
              <a:buChar char="⁃"/>
              <a:tabLst/>
              <a:defRPr sz="1400">
                <a:solidFill>
                  <a:schemeClr val="accent3"/>
                </a:solidFill>
              </a:defRPr>
            </a:lvl3pPr>
          </a:lstStyle>
          <a:p>
            <a:r>
              <a:rPr lang="en-US"/>
              <a:t>Bullet 1</a:t>
            </a:r>
          </a:p>
          <a:p>
            <a:pPr lvl="1"/>
            <a:r>
              <a:rPr lang="en-US"/>
              <a:t>Example bullet showing line spacing when a longer sentence is used in bullet format.</a:t>
            </a:r>
          </a:p>
          <a:p>
            <a:pPr lvl="2"/>
            <a:r>
              <a:rPr lang="en-US"/>
              <a:t>Third level bullet 1</a:t>
            </a:r>
          </a:p>
          <a:p>
            <a:r>
              <a:rPr lang="en-US"/>
              <a:t>Bullet 2</a:t>
            </a:r>
          </a:p>
          <a:p>
            <a:pPr lvl="1"/>
            <a:r>
              <a:rPr lang="en-US"/>
              <a:t>Bullet</a:t>
            </a:r>
          </a:p>
          <a:p>
            <a:pPr lvl="2"/>
            <a:r>
              <a:rPr lang="en-US"/>
              <a:t>Bullet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13AE7DF-A3E5-7810-4AF1-2226A49666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5767"/>
            <a:ext cx="10960858" cy="748790"/>
          </a:xfrm>
        </p:spPr>
        <p:txBody>
          <a:bodyPr lIns="0" anchor="b">
            <a:normAutofit/>
          </a:bodyPr>
          <a:lstStyle>
            <a:lvl1pPr>
              <a:defRPr sz="3800"/>
            </a:lvl1pPr>
          </a:lstStyle>
          <a:p>
            <a:r>
              <a:rPr lang="en-US"/>
              <a:t>Free text and bullets slide – full width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EC6D60-6A11-7328-D374-FC56901662A1}"/>
              </a:ext>
            </a:extLst>
          </p:cNvPr>
          <p:cNvCxnSpPr>
            <a:cxnSpLocks/>
          </p:cNvCxnSpPr>
          <p:nvPr userDrawn="1"/>
        </p:nvCxnSpPr>
        <p:spPr>
          <a:xfrm>
            <a:off x="609600" y="6531788"/>
            <a:ext cx="1096085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5BD8D548-F003-A631-5E45-CB0FD0F29C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333" y="6599392"/>
            <a:ext cx="901584" cy="1640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93A444-713E-393E-50F9-1AD1911D5EEF}"/>
              </a:ext>
            </a:extLst>
          </p:cNvPr>
          <p:cNvSpPr txBox="1"/>
          <p:nvPr userDrawn="1"/>
        </p:nvSpPr>
        <p:spPr>
          <a:xfrm>
            <a:off x="1395663" y="6589081"/>
            <a:ext cx="150566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</a:rPr>
              <a:t>Proprietary and Confidential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D6B0A3E3-28F3-8565-4AF1-487D0768B5CB}"/>
              </a:ext>
            </a:extLst>
          </p:cNvPr>
          <p:cNvSpPr txBox="1">
            <a:spLocks/>
          </p:cNvSpPr>
          <p:nvPr userDrawn="1"/>
        </p:nvSpPr>
        <p:spPr>
          <a:xfrm>
            <a:off x="10646796" y="6607865"/>
            <a:ext cx="999787" cy="14709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rgbClr val="193AD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82C0D3-26A7-A64E-8170-5F3D69ED7171}" type="slidenum">
              <a:rPr lang="en-US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‹#›</a:t>
            </a:fld>
            <a:endParaRPr lang="en-US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808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background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68D69ECF-2E3D-229B-BEC0-74E577C96A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8070" y="395255"/>
            <a:ext cx="10960858" cy="748790"/>
          </a:xfrm>
        </p:spPr>
        <p:txBody>
          <a:bodyPr lIns="0" anchor="b">
            <a:normAutofit/>
          </a:bodyPr>
          <a:lstStyle>
            <a:lvl1pPr>
              <a:defRPr sz="3800"/>
            </a:lvl1pPr>
          </a:lstStyle>
          <a:p>
            <a:r>
              <a:rPr lang="en-US"/>
              <a:t>Gray background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796DCB0-0C37-3934-29DE-29901E246BE6}"/>
              </a:ext>
            </a:extLst>
          </p:cNvPr>
          <p:cNvCxnSpPr>
            <a:cxnSpLocks/>
          </p:cNvCxnSpPr>
          <p:nvPr userDrawn="1"/>
        </p:nvCxnSpPr>
        <p:spPr>
          <a:xfrm>
            <a:off x="609600" y="6531788"/>
            <a:ext cx="1096085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9E08D96A-8C9E-EB94-9763-BBAF987C76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333" y="6599392"/>
            <a:ext cx="901584" cy="1640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A321C3-C78B-B6F8-93B5-408671AFEB30}"/>
              </a:ext>
            </a:extLst>
          </p:cNvPr>
          <p:cNvSpPr txBox="1"/>
          <p:nvPr userDrawn="1"/>
        </p:nvSpPr>
        <p:spPr>
          <a:xfrm>
            <a:off x="1395663" y="6589081"/>
            <a:ext cx="150566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</a:rPr>
              <a:t>Proprietary and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84054-8D7D-F3CE-4F8A-46A2AC92732D}"/>
              </a:ext>
            </a:extLst>
          </p:cNvPr>
          <p:cNvSpPr txBox="1">
            <a:spLocks/>
          </p:cNvSpPr>
          <p:nvPr userDrawn="1"/>
        </p:nvSpPr>
        <p:spPr>
          <a:xfrm>
            <a:off x="10646796" y="6607865"/>
            <a:ext cx="999787" cy="14709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rgbClr val="193AD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82C0D3-26A7-A64E-8170-5F3D69ED7171}" type="slidenum">
              <a:rPr lang="en-US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‹#›</a:t>
            </a:fld>
            <a:endParaRPr lang="en-US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898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4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S example chart templat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68D69ECF-2E3D-229B-BEC0-74E577C96A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63725"/>
            <a:ext cx="10960858" cy="748790"/>
          </a:xfrm>
        </p:spPr>
        <p:txBody>
          <a:bodyPr lIns="0" anchor="b">
            <a:normAutofit/>
          </a:bodyPr>
          <a:lstStyle>
            <a:lvl1pPr>
              <a:defRPr sz="3800"/>
            </a:lvl1pPr>
          </a:lstStyle>
          <a:p>
            <a:r>
              <a:rPr lang="en-US"/>
              <a:t>Example Table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A7B5ABA-EE23-41F7-50F0-03606EE485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531788"/>
            <a:ext cx="1096085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AE344E14-E028-09FD-2340-A1AEEB890D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333" y="6599392"/>
            <a:ext cx="901584" cy="1640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431C09-5222-68F5-51E8-3E098B9A9B3E}"/>
              </a:ext>
            </a:extLst>
          </p:cNvPr>
          <p:cNvSpPr txBox="1"/>
          <p:nvPr userDrawn="1"/>
        </p:nvSpPr>
        <p:spPr>
          <a:xfrm>
            <a:off x="1395663" y="6589081"/>
            <a:ext cx="150566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</a:rPr>
              <a:t>Proprietary and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81A8D8A-944C-A00C-A915-A37CC6EDD90A}"/>
              </a:ext>
            </a:extLst>
          </p:cNvPr>
          <p:cNvSpPr txBox="1">
            <a:spLocks/>
          </p:cNvSpPr>
          <p:nvPr userDrawn="1"/>
        </p:nvSpPr>
        <p:spPr>
          <a:xfrm>
            <a:off x="10646796" y="6607865"/>
            <a:ext cx="999787" cy="14709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rgbClr val="193AD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82C0D3-26A7-A64E-8170-5F3D69ED7171}" type="slidenum">
              <a:rPr lang="en-US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‹#›</a:t>
            </a:fld>
            <a:endParaRPr lang="en-US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564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4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S 2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A61DC09-0A33-2BCC-C1B1-02ED03AFA5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9118" y="1704300"/>
            <a:ext cx="5225191" cy="8029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Standard Bullet Slide</a:t>
            </a:r>
          </a:p>
        </p:txBody>
      </p:sp>
      <p:sp>
        <p:nvSpPr>
          <p:cNvPr id="3" name="Text Placeholder 24">
            <a:extLst>
              <a:ext uri="{FF2B5EF4-FFF2-40B4-BE49-F238E27FC236}">
                <a16:creationId xmlns:a16="http://schemas.microsoft.com/office/drawing/2014/main" id="{9AE18F25-1001-66C6-A149-5B842CD0B0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9118" y="2682959"/>
            <a:ext cx="5225191" cy="3053726"/>
          </a:xfrm>
          <a:prstGeom prst="rect">
            <a:avLst/>
          </a:prstGeom>
        </p:spPr>
        <p:txBody>
          <a:bodyPr/>
          <a:lstStyle>
            <a:lvl1pPr marL="233363" indent="-233363">
              <a:buSzPct val="120000"/>
              <a:buFont typeface="Arial" panose="020B0604020202020204" pitchFamily="34" charset="0"/>
              <a:buChar char="•"/>
              <a:defRPr sz="1800">
                <a:solidFill>
                  <a:schemeClr val="accent3"/>
                </a:solidFill>
              </a:defRPr>
            </a:lvl1pPr>
            <a:lvl2pPr marL="688975" indent="-342900">
              <a:buFont typeface="Courier New" panose="02070309020205020404" pitchFamily="49" charset="0"/>
              <a:buChar char="o"/>
              <a:tabLst/>
              <a:defRPr sz="1600">
                <a:solidFill>
                  <a:schemeClr val="accent3"/>
                </a:solidFill>
              </a:defRPr>
            </a:lvl2pPr>
            <a:lvl3pPr marL="863600" indent="-342900">
              <a:buFont typeface="System Font Regular"/>
              <a:buChar char="⁃"/>
              <a:tabLst/>
              <a:defRPr sz="1400">
                <a:solidFill>
                  <a:schemeClr val="accent3"/>
                </a:solidFill>
              </a:defRPr>
            </a:lvl3pPr>
          </a:lstStyle>
          <a:p>
            <a:r>
              <a:rPr lang="en-US"/>
              <a:t>Bullet 1</a:t>
            </a:r>
          </a:p>
          <a:p>
            <a:pPr lvl="1"/>
            <a:r>
              <a:rPr lang="en-US"/>
              <a:t>Example bullet format.</a:t>
            </a:r>
          </a:p>
          <a:p>
            <a:pPr lvl="2"/>
            <a:r>
              <a:rPr lang="en-US"/>
              <a:t>Third level bullet 1</a:t>
            </a:r>
          </a:p>
          <a:p>
            <a:r>
              <a:rPr lang="en-US"/>
              <a:t>Bullet 2</a:t>
            </a:r>
          </a:p>
          <a:p>
            <a:pPr lvl="1"/>
            <a:r>
              <a:rPr lang="en-US"/>
              <a:t>Bullet</a:t>
            </a:r>
          </a:p>
          <a:p>
            <a:pPr lvl="2"/>
            <a:r>
              <a:rPr lang="en-US"/>
              <a:t>Bullet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CC54E41-4370-1A76-DEB1-0275285940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1704300"/>
            <a:ext cx="5474458" cy="8029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Standard Bullet Slide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BC8C8DE-3A4E-D0A2-F174-63B5B2A909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63725"/>
            <a:ext cx="10960858" cy="748790"/>
          </a:xfrm>
        </p:spPr>
        <p:txBody>
          <a:bodyPr lIns="0" anchor="b">
            <a:normAutofit/>
          </a:bodyPr>
          <a:lstStyle>
            <a:lvl1pPr>
              <a:defRPr sz="3800"/>
            </a:lvl1pPr>
          </a:lstStyle>
          <a:p>
            <a:r>
              <a:rPr lang="en-US"/>
              <a:t>2 column Bullets</a:t>
            </a:r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C9FFC1F6-5999-6A1E-55F2-B3B3FFF44C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2721451"/>
            <a:ext cx="5474458" cy="3053726"/>
          </a:xfrm>
          <a:prstGeom prst="rect">
            <a:avLst/>
          </a:prstGeom>
        </p:spPr>
        <p:txBody>
          <a:bodyPr/>
          <a:lstStyle>
            <a:lvl1pPr marL="233363" indent="-233363">
              <a:buSzPct val="120000"/>
              <a:buFont typeface="Arial" panose="020B0604020202020204" pitchFamily="34" charset="0"/>
              <a:buChar char="•"/>
              <a:defRPr sz="1800">
                <a:solidFill>
                  <a:schemeClr val="accent3"/>
                </a:solidFill>
              </a:defRPr>
            </a:lvl1pPr>
            <a:lvl2pPr marL="688975" indent="-342900">
              <a:buFont typeface="Courier New" panose="02070309020205020404" pitchFamily="49" charset="0"/>
              <a:buChar char="o"/>
              <a:tabLst/>
              <a:defRPr sz="1600">
                <a:solidFill>
                  <a:schemeClr val="accent3"/>
                </a:solidFill>
              </a:defRPr>
            </a:lvl2pPr>
            <a:lvl3pPr marL="863600" indent="-342900">
              <a:buFont typeface="System Font Regular"/>
              <a:buChar char="⁃"/>
              <a:tabLst/>
              <a:defRPr sz="1400">
                <a:solidFill>
                  <a:schemeClr val="accent3"/>
                </a:solidFill>
              </a:defRPr>
            </a:lvl3pPr>
          </a:lstStyle>
          <a:p>
            <a:r>
              <a:rPr lang="en-US"/>
              <a:t>Bullet 1</a:t>
            </a:r>
          </a:p>
          <a:p>
            <a:pPr lvl="1"/>
            <a:r>
              <a:rPr lang="en-US"/>
              <a:t>Example bullet format.</a:t>
            </a:r>
          </a:p>
          <a:p>
            <a:pPr lvl="2"/>
            <a:r>
              <a:rPr lang="en-US"/>
              <a:t>Third level bullet 1</a:t>
            </a:r>
          </a:p>
          <a:p>
            <a:r>
              <a:rPr lang="en-US"/>
              <a:t>Bullet 2</a:t>
            </a:r>
          </a:p>
          <a:p>
            <a:pPr lvl="1"/>
            <a:r>
              <a:rPr lang="en-US"/>
              <a:t>Bullet</a:t>
            </a:r>
          </a:p>
          <a:p>
            <a:pPr lvl="2"/>
            <a:r>
              <a:rPr lang="en-US"/>
              <a:t>Bullet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C510AF-5B99-0A63-4F32-5CDC8CA7790C}"/>
              </a:ext>
            </a:extLst>
          </p:cNvPr>
          <p:cNvCxnSpPr>
            <a:cxnSpLocks/>
          </p:cNvCxnSpPr>
          <p:nvPr userDrawn="1"/>
        </p:nvCxnSpPr>
        <p:spPr>
          <a:xfrm>
            <a:off x="609600" y="6531788"/>
            <a:ext cx="1096085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08C7B76F-D721-2FBA-F364-306526B8D3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333" y="6599392"/>
            <a:ext cx="901584" cy="1640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201198-4B97-18DA-9501-49E6821716B1}"/>
              </a:ext>
            </a:extLst>
          </p:cNvPr>
          <p:cNvSpPr txBox="1"/>
          <p:nvPr userDrawn="1"/>
        </p:nvSpPr>
        <p:spPr>
          <a:xfrm>
            <a:off x="1395663" y="6589081"/>
            <a:ext cx="150566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</a:rPr>
              <a:t>Proprietary and Confidential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4354A827-F9E5-542E-07CB-A3FFB4F1F92E}"/>
              </a:ext>
            </a:extLst>
          </p:cNvPr>
          <p:cNvSpPr txBox="1">
            <a:spLocks/>
          </p:cNvSpPr>
          <p:nvPr userDrawn="1"/>
        </p:nvSpPr>
        <p:spPr>
          <a:xfrm>
            <a:off x="10646796" y="6607865"/>
            <a:ext cx="999787" cy="14709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rgbClr val="193AD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82C0D3-26A7-A64E-8170-5F3D69ED7171}" type="slidenum">
              <a:rPr lang="en-US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‹#›</a:t>
            </a:fld>
            <a:endParaRPr lang="en-US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988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0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S 4 Column Card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Placeholder 25">
            <a:extLst>
              <a:ext uri="{FF2B5EF4-FFF2-40B4-BE49-F238E27FC236}">
                <a16:creationId xmlns:a16="http://schemas.microsoft.com/office/drawing/2014/main" id="{A037FCB5-2621-403E-B565-4B618CE71D3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69119" y="2804116"/>
            <a:ext cx="2557467" cy="35530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solidFill>
                  <a:schemeClr val="accent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63" name="Text Placeholder 30">
            <a:extLst>
              <a:ext uri="{FF2B5EF4-FFF2-40B4-BE49-F238E27FC236}">
                <a16:creationId xmlns:a16="http://schemas.microsoft.com/office/drawing/2014/main" id="{2A35BFDB-BA4D-4C39-9A35-F5205369F19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9119" y="3159422"/>
            <a:ext cx="2557467" cy="355304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7D40D77B-3E85-E765-A209-69D2576ABC3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417094" y="2806093"/>
            <a:ext cx="2557467" cy="35530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solidFill>
                  <a:schemeClr val="accent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4B6A410B-F8F5-0D08-3356-F704821CA9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417094" y="3161399"/>
            <a:ext cx="2557467" cy="355304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718C32E-15EA-688D-14A7-2D492A47F74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265069" y="2808070"/>
            <a:ext cx="2557467" cy="35530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solidFill>
                  <a:schemeClr val="accent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C298A744-C6E5-BF19-F6D5-0ED51B936AD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265069" y="3163376"/>
            <a:ext cx="2557467" cy="355304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982A4270-C6CD-4CF0-9EEC-C9F1D37789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63725"/>
            <a:ext cx="10960858" cy="748790"/>
          </a:xfrm>
        </p:spPr>
        <p:txBody>
          <a:bodyPr lIns="0" anchor="b">
            <a:normAutofit/>
          </a:bodyPr>
          <a:lstStyle>
            <a:lvl1pPr>
              <a:defRPr sz="3800">
                <a:solidFill>
                  <a:srgbClr val="193ADD"/>
                </a:solidFill>
              </a:defRPr>
            </a:lvl1pPr>
          </a:lstStyle>
          <a:p>
            <a:r>
              <a:rPr lang="en-US"/>
              <a:t>3 Column Cards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8B80707-7A0E-5A6F-8B7E-D9B01536214F}"/>
              </a:ext>
            </a:extLst>
          </p:cNvPr>
          <p:cNvCxnSpPr>
            <a:cxnSpLocks/>
          </p:cNvCxnSpPr>
          <p:nvPr userDrawn="1"/>
        </p:nvCxnSpPr>
        <p:spPr>
          <a:xfrm>
            <a:off x="609600" y="6531788"/>
            <a:ext cx="1096085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EEFDB1FC-1143-D6A3-B446-632E5B3199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333" y="6599392"/>
            <a:ext cx="901584" cy="1640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E51E0F-E303-3B80-3CFB-4AF723994DCD}"/>
              </a:ext>
            </a:extLst>
          </p:cNvPr>
          <p:cNvSpPr txBox="1"/>
          <p:nvPr userDrawn="1"/>
        </p:nvSpPr>
        <p:spPr>
          <a:xfrm>
            <a:off x="1395663" y="6589081"/>
            <a:ext cx="150566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</a:rPr>
              <a:t>Proprietary and Confidential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004C375-A8D0-FA56-3864-59B1D5B22F30}"/>
              </a:ext>
            </a:extLst>
          </p:cNvPr>
          <p:cNvSpPr txBox="1">
            <a:spLocks/>
          </p:cNvSpPr>
          <p:nvPr userDrawn="1"/>
        </p:nvSpPr>
        <p:spPr>
          <a:xfrm>
            <a:off x="10646796" y="6607865"/>
            <a:ext cx="999787" cy="14709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rgbClr val="193AD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82C0D3-26A7-A64E-8170-5F3D69ED7171}" type="slidenum">
              <a:rPr lang="en-US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‹#›</a:t>
            </a:fld>
            <a:endParaRPr lang="en-US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106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0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S Full Width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E28DEA8-6EF8-7F01-6A6C-9B27F7DD08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63725"/>
            <a:ext cx="10960858" cy="748790"/>
          </a:xfrm>
        </p:spPr>
        <p:txBody>
          <a:bodyPr lIns="0" anchor="b">
            <a:normAutofit/>
          </a:bodyPr>
          <a:lstStyle>
            <a:lvl1pPr>
              <a:defRPr sz="3800"/>
            </a:lvl1pPr>
          </a:lstStyle>
          <a:p>
            <a:r>
              <a:rPr lang="en-US"/>
              <a:t>Full Width Slide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DB7C35A-603A-64BF-C023-018C6015F5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" y="1399580"/>
            <a:ext cx="10960858" cy="44423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281737-60F7-AA24-0986-793F8553D4F6}"/>
              </a:ext>
            </a:extLst>
          </p:cNvPr>
          <p:cNvCxnSpPr>
            <a:cxnSpLocks/>
          </p:cNvCxnSpPr>
          <p:nvPr userDrawn="1"/>
        </p:nvCxnSpPr>
        <p:spPr>
          <a:xfrm>
            <a:off x="609600" y="6531788"/>
            <a:ext cx="1096085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01A5E098-7A74-9FCA-5D05-24C6D52F0E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333" y="6599392"/>
            <a:ext cx="901584" cy="1640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BB7254-AB0A-582E-6B84-7A9A709B5487}"/>
              </a:ext>
            </a:extLst>
          </p:cNvPr>
          <p:cNvSpPr txBox="1"/>
          <p:nvPr userDrawn="1"/>
        </p:nvSpPr>
        <p:spPr>
          <a:xfrm>
            <a:off x="1395663" y="6589081"/>
            <a:ext cx="150566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</a:rPr>
              <a:t>Proprietary and Confidential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E55A958-069D-1228-51AB-D7F3D0B0B10C}"/>
              </a:ext>
            </a:extLst>
          </p:cNvPr>
          <p:cNvSpPr txBox="1">
            <a:spLocks/>
          </p:cNvSpPr>
          <p:nvPr userDrawn="1"/>
        </p:nvSpPr>
        <p:spPr>
          <a:xfrm>
            <a:off x="10646796" y="6607865"/>
            <a:ext cx="999787" cy="14709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rgbClr val="193AD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82C0D3-26A7-A64E-8170-5F3D69ED7171}" type="slidenum">
              <a:rPr lang="en-US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‹#›</a:t>
            </a:fld>
            <a:endParaRPr lang="en-US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909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0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Option 1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885C0D-C2FF-92B3-13D1-0E8663214D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563" y="2913283"/>
            <a:ext cx="5532437" cy="700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accent3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Divider Option 1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48B8833-F5C1-FD5B-1F46-91760B2050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241573" y="-1092429"/>
            <a:ext cx="6917569" cy="898328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2F95919-D632-EF9A-B321-6A48A73938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142" y="1628642"/>
            <a:ext cx="2614007" cy="4756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1448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Option 1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C48B8833-F5C1-FD5B-1F46-91760B2050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241573" y="-1092429"/>
            <a:ext cx="6917569" cy="898328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2F95919-D632-EF9A-B321-6A48A73938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942" y="6109202"/>
            <a:ext cx="2614007" cy="4756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23100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Option 2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885C0D-C2FF-92B3-13D1-0E8663214D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563" y="2913283"/>
            <a:ext cx="5532437" cy="700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accent3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Divider Option 2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9B94A32-3F74-5CB7-158F-678D6C67096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1061"/>
          <a:stretch/>
        </p:blipFill>
        <p:spPr>
          <a:xfrm>
            <a:off x="6333691" y="317059"/>
            <a:ext cx="5858310" cy="6348046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FC778A1-3D13-1231-6AC9-ACE6B7F60C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142" y="1628642"/>
            <a:ext cx="2614007" cy="4756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915502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Option 2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D9B94A32-3F74-5CB7-158F-678D6C67096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1061"/>
          <a:stretch/>
        </p:blipFill>
        <p:spPr>
          <a:xfrm>
            <a:off x="6333691" y="317059"/>
            <a:ext cx="5858310" cy="63480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65343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885C0D-C2FF-92B3-13D1-0E8663214D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82074" y="2443337"/>
            <a:ext cx="3250154" cy="7000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accent3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Thank you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976ED6E-D76E-0B71-A866-F9225CFA29D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" b="61257"/>
          <a:stretch/>
        </p:blipFill>
        <p:spPr>
          <a:xfrm rot="16200000" flipV="1">
            <a:off x="-2599409" y="1314667"/>
            <a:ext cx="8231951" cy="285471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729D6EBF-A2EC-311C-006B-08DBA74A27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1" b="59746"/>
          <a:stretch/>
        </p:blipFill>
        <p:spPr>
          <a:xfrm rot="16200000">
            <a:off x="6630083" y="1296080"/>
            <a:ext cx="8231951" cy="2891883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797CC37-0628-2A65-9F44-6E1481B42A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7571" y="3632009"/>
            <a:ext cx="2614007" cy="47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8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90272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G Cover Blue Option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885C0D-C2FF-92B3-13D1-0E8663214D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23" y="2902773"/>
            <a:ext cx="5532437" cy="700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Cover Dark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5593412-3200-255B-13B7-5ECB76D1742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63563" y="5889158"/>
            <a:ext cx="2740001" cy="2830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0817727-4C3F-E07B-7D0E-CE33F1D5BD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6505140" y="-1579125"/>
            <a:ext cx="9728407" cy="848995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ED4840A1-6D40-A593-EEA4-83B410C631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892" y="1687485"/>
            <a:ext cx="2610422" cy="47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01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 Cover White Option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885C0D-C2FF-92B3-13D1-0E8663214D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23" y="2902773"/>
            <a:ext cx="5532437" cy="700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Cover Corp Dark Option 2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5593412-3200-255B-13B7-5ECB76D1742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63563" y="5889158"/>
            <a:ext cx="2740001" cy="2830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B79F284-A256-6A3E-47E4-9908446E04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9892" y="1687485"/>
            <a:ext cx="2610422" cy="47496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6BEF535-BDAA-B326-25F9-F5FF31456D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3556" y="0"/>
            <a:ext cx="6308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8965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 Cover White Option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885C0D-C2FF-92B3-13D1-0E8663214D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23" y="2902773"/>
            <a:ext cx="5532437" cy="700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Cover Dark </a:t>
            </a:r>
            <a:r>
              <a:rPr lang="en-US" err="1"/>
              <a:t>NavaX</a:t>
            </a:r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5593412-3200-255B-13B7-5ECB76D1742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63563" y="5889158"/>
            <a:ext cx="2740001" cy="2830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B79F284-A256-6A3E-47E4-9908446E04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9892" y="1687485"/>
            <a:ext cx="2610422" cy="47496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6C54EC0-14B2-9079-CAC7-F8B4185BBE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7773" y="0"/>
            <a:ext cx="71442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286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 4 column cards">
    <p:bg>
      <p:bgPr>
        <a:solidFill>
          <a:srgbClr val="04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Placeholder 25">
            <a:extLst>
              <a:ext uri="{FF2B5EF4-FFF2-40B4-BE49-F238E27FC236}">
                <a16:creationId xmlns:a16="http://schemas.microsoft.com/office/drawing/2014/main" id="{A037FCB5-2621-403E-B565-4B618CE71D3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69119" y="2804116"/>
            <a:ext cx="2557467" cy="35530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63" name="Text Placeholder 30">
            <a:extLst>
              <a:ext uri="{FF2B5EF4-FFF2-40B4-BE49-F238E27FC236}">
                <a16:creationId xmlns:a16="http://schemas.microsoft.com/office/drawing/2014/main" id="{2A35BFDB-BA4D-4C39-9A35-F5205369F19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9119" y="3159422"/>
            <a:ext cx="2557467" cy="355304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61A952EA-CCFC-4E1F-8D72-429C2595D444}"/>
              </a:ext>
            </a:extLst>
          </p:cNvPr>
          <p:cNvSpPr txBox="1">
            <a:spLocks/>
          </p:cNvSpPr>
          <p:nvPr userDrawn="1"/>
        </p:nvSpPr>
        <p:spPr>
          <a:xfrm>
            <a:off x="10646796" y="6631388"/>
            <a:ext cx="999787" cy="1470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rgbClr val="193AD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Page </a:t>
            </a:r>
            <a:fld id="{82D72B4A-4F82-4448-B0F3-87A82E6C5689}" type="slidenum">
              <a:rPr lang="en-US" smtClean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‹#›</a:t>
            </a:fld>
            <a:endParaRPr lang="en-US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7D40D77B-3E85-E765-A209-69D2576ABC3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417094" y="2806093"/>
            <a:ext cx="2557467" cy="35530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4B6A410B-F8F5-0D08-3356-F704821CA9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417094" y="3161399"/>
            <a:ext cx="2557467" cy="355304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718C32E-15EA-688D-14A7-2D492A47F74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265069" y="2808070"/>
            <a:ext cx="2557467" cy="35530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C298A744-C6E5-BF19-F6D5-0ED51B936AD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265069" y="3163376"/>
            <a:ext cx="2557467" cy="355304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020DCF93-5362-89FB-0D46-E807BBD0F8A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113044" y="2810047"/>
            <a:ext cx="2557467" cy="35530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45" name="Text Placeholder 30">
            <a:extLst>
              <a:ext uri="{FF2B5EF4-FFF2-40B4-BE49-F238E27FC236}">
                <a16:creationId xmlns:a16="http://schemas.microsoft.com/office/drawing/2014/main" id="{1C8076BD-0EE9-000A-CAAB-04A926E7B6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113044" y="3165353"/>
            <a:ext cx="2557467" cy="355304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8D69ECF-2E3D-229B-BEC0-74E577C96A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63725"/>
            <a:ext cx="10960858" cy="748790"/>
          </a:xfrm>
        </p:spPr>
        <p:txBody>
          <a:bodyPr lIns="0" anchor="b">
            <a:normAutofit/>
          </a:bodyPr>
          <a:lstStyle>
            <a:lvl1pPr>
              <a:defRPr sz="3800">
                <a:solidFill>
                  <a:schemeClr val="bg2"/>
                </a:solidFill>
              </a:defRPr>
            </a:lvl1pPr>
          </a:lstStyle>
          <a:p>
            <a:r>
              <a:rPr lang="en-US"/>
              <a:t>4 column cards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F3ED83-03B8-227B-2C40-AB5AB9F7D994}"/>
              </a:ext>
            </a:extLst>
          </p:cNvPr>
          <p:cNvCxnSpPr>
            <a:cxnSpLocks/>
          </p:cNvCxnSpPr>
          <p:nvPr userDrawn="1"/>
        </p:nvCxnSpPr>
        <p:spPr>
          <a:xfrm>
            <a:off x="609600" y="6531788"/>
            <a:ext cx="10960858" cy="0"/>
          </a:xfrm>
          <a:prstGeom prst="line">
            <a:avLst/>
          </a:prstGeom>
          <a:ln w="31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6CC080B5-B48F-03E2-29BD-3AD926D3DF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333" y="6595347"/>
            <a:ext cx="901584" cy="1640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7C013B-7B56-3B52-3B5F-6A02DCF4D331}"/>
              </a:ext>
            </a:extLst>
          </p:cNvPr>
          <p:cNvSpPr txBox="1"/>
          <p:nvPr userDrawn="1"/>
        </p:nvSpPr>
        <p:spPr>
          <a:xfrm>
            <a:off x="1395663" y="6589081"/>
            <a:ext cx="150566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48223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4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ption 1 Dark">
    <p:bg>
      <p:bgPr>
        <a:solidFill>
          <a:srgbClr val="04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885C0D-C2FF-92B3-13D1-0E8663214D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563" y="2913283"/>
            <a:ext cx="5532437" cy="700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Divider Option 1 Dark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48B8833-F5C1-FD5B-1F46-91760B2050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4241573" y="-1092429"/>
            <a:ext cx="6917569" cy="898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705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ption 2 Dark">
    <p:bg>
      <p:bgPr>
        <a:solidFill>
          <a:srgbClr val="04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885C0D-C2FF-92B3-13D1-0E8663214D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563" y="2913283"/>
            <a:ext cx="5532437" cy="700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Divider Option 2 Dark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9B94A32-3F74-5CB7-158F-678D6C67096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1061"/>
          <a:stretch/>
        </p:blipFill>
        <p:spPr>
          <a:xfrm>
            <a:off x="6333691" y="317059"/>
            <a:ext cx="5858310" cy="6348046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FC778A1-3D13-1231-6AC9-ACE6B7F60C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142" y="1628642"/>
            <a:ext cx="2614007" cy="47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336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Dark">
    <p:bg>
      <p:bgPr>
        <a:solidFill>
          <a:srgbClr val="04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885C0D-C2FF-92B3-13D1-0E8663214D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82074" y="2443337"/>
            <a:ext cx="3250154" cy="7000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Thank you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976ED6E-D76E-0B71-A866-F9225CFA29D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" b="61257"/>
          <a:stretch/>
        </p:blipFill>
        <p:spPr>
          <a:xfrm rot="16200000" flipV="1">
            <a:off x="-2599409" y="1314667"/>
            <a:ext cx="8231951" cy="285471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729D6EBF-A2EC-311C-006B-08DBA74A27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1" b="59746"/>
          <a:stretch/>
        </p:blipFill>
        <p:spPr>
          <a:xfrm rot="16200000">
            <a:off x="6630083" y="1296080"/>
            <a:ext cx="8231951" cy="2891883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A95EC30-F118-E996-6D46-70D7AB2C58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7696" y="3598758"/>
            <a:ext cx="2614007" cy="47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559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ckground">
    <p:bg>
      <p:bgPr>
        <a:solidFill>
          <a:srgbClr val="04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5743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 standard bullet slide full widt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68D69ECF-2E3D-229B-BEC0-74E577C96A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63725"/>
            <a:ext cx="10960858" cy="748790"/>
          </a:xfrm>
        </p:spPr>
        <p:txBody>
          <a:bodyPr lIns="0" anchor="b">
            <a:normAutofit/>
          </a:bodyPr>
          <a:lstStyle>
            <a:lvl1pPr>
              <a:defRPr sz="4200"/>
            </a:lvl1pPr>
          </a:lstStyle>
          <a:p>
            <a:r>
              <a:rPr lang="en-US"/>
              <a:t>AG standard bullet slide full width</a:t>
            </a:r>
          </a:p>
        </p:txBody>
      </p:sp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260A00C6-A9A1-0953-945A-536BC06F2D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9118" y="1604873"/>
            <a:ext cx="11001339" cy="4131812"/>
          </a:xfrm>
          <a:prstGeom prst="rect">
            <a:avLst/>
          </a:prstGeom>
        </p:spPr>
        <p:txBody>
          <a:bodyPr/>
          <a:lstStyle>
            <a:lvl1pPr marL="233363" indent="-233363">
              <a:buSzPct val="120000"/>
              <a:buFont typeface="Arial" panose="020B0604020202020204" pitchFamily="34" charset="0"/>
              <a:buChar char="•"/>
              <a:defRPr sz="1800"/>
            </a:lvl1pPr>
            <a:lvl2pPr marL="688975" indent="-342900">
              <a:buFont typeface="Courier New" panose="02070309020205020404" pitchFamily="49" charset="0"/>
              <a:buChar char="o"/>
              <a:tabLst/>
              <a:defRPr sz="1600"/>
            </a:lvl2pPr>
            <a:lvl3pPr marL="863600" indent="-342900">
              <a:buFont typeface="System Font Regular"/>
              <a:buChar char="⁃"/>
              <a:tabLst/>
              <a:defRPr sz="1400"/>
            </a:lvl3pPr>
          </a:lstStyle>
          <a:p>
            <a:r>
              <a:rPr lang="en-US"/>
              <a:t>Bullet 1</a:t>
            </a:r>
          </a:p>
          <a:p>
            <a:pPr lvl="1"/>
            <a:r>
              <a:rPr lang="en-US"/>
              <a:t>Example bullet showing line spacing when a longer sentence is used in bullet format.</a:t>
            </a:r>
          </a:p>
          <a:p>
            <a:pPr lvl="2"/>
            <a:r>
              <a:rPr lang="en-US"/>
              <a:t>Third level bullet 1</a:t>
            </a:r>
          </a:p>
          <a:p>
            <a:r>
              <a:rPr lang="en-US"/>
              <a:t>Bullet 2</a:t>
            </a:r>
          </a:p>
          <a:p>
            <a:pPr lvl="1"/>
            <a:r>
              <a:rPr lang="en-US"/>
              <a:t>Bullet</a:t>
            </a:r>
          </a:p>
          <a:p>
            <a:pPr lvl="2"/>
            <a:r>
              <a:rPr lang="en-US"/>
              <a:t>Bullet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8A2D3C-E5C5-71B4-5646-E62B7E6CC261}"/>
              </a:ext>
            </a:extLst>
          </p:cNvPr>
          <p:cNvCxnSpPr>
            <a:cxnSpLocks/>
          </p:cNvCxnSpPr>
          <p:nvPr userDrawn="1"/>
        </p:nvCxnSpPr>
        <p:spPr>
          <a:xfrm>
            <a:off x="609600" y="6531788"/>
            <a:ext cx="10960858" cy="0"/>
          </a:xfrm>
          <a:prstGeom prst="line">
            <a:avLst/>
          </a:prstGeom>
          <a:noFill/>
          <a:ln w="3175" cap="flat" cmpd="sng" algn="ctr">
            <a:solidFill>
              <a:srgbClr val="001158"/>
            </a:solidFill>
            <a:prstDash val="solid"/>
            <a:miter lim="800000"/>
          </a:ln>
          <a:effectLst/>
        </p:spPr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2B48BDC9-4AEA-BCCC-B809-FD659563EB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333" y="6599392"/>
            <a:ext cx="901584" cy="1640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4A6E4D-2D2B-A9DC-C637-8736468E5E27}"/>
              </a:ext>
            </a:extLst>
          </p:cNvPr>
          <p:cNvSpPr txBox="1"/>
          <p:nvPr userDrawn="1"/>
        </p:nvSpPr>
        <p:spPr>
          <a:xfrm>
            <a:off x="1395663" y="6589081"/>
            <a:ext cx="150566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</a:rPr>
              <a:t>Proprietary and Confidential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276ADB7-7419-6C6A-EAB9-EA191706F777}"/>
              </a:ext>
            </a:extLst>
          </p:cNvPr>
          <p:cNvSpPr txBox="1">
            <a:spLocks/>
          </p:cNvSpPr>
          <p:nvPr userDrawn="1"/>
        </p:nvSpPr>
        <p:spPr>
          <a:xfrm>
            <a:off x="10646796" y="6607865"/>
            <a:ext cx="999787" cy="14709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rgbClr val="193AD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82C0D3-26A7-A64E-8170-5F3D69ED7171}" type="slidenum">
              <a:rPr lang="en-US" smtClean="0">
                <a:solidFill>
                  <a:srgbClr val="001158"/>
                </a:solidFill>
                <a:ea typeface="Tahoma" panose="020B0604030504040204" pitchFamily="34" charset="0"/>
                <a:cs typeface="Tahoma" panose="020B0604030504040204" pitchFamily="34" charset="0"/>
              </a:rPr>
              <a:pPr/>
              <a:t>‹#›</a:t>
            </a:fld>
            <a:endParaRPr lang="en-US">
              <a:solidFill>
                <a:srgbClr val="001158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2717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 4 column card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Placeholder 25">
            <a:extLst>
              <a:ext uri="{FF2B5EF4-FFF2-40B4-BE49-F238E27FC236}">
                <a16:creationId xmlns:a16="http://schemas.microsoft.com/office/drawing/2014/main" id="{A037FCB5-2621-403E-B565-4B618CE71D3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69119" y="2804116"/>
            <a:ext cx="2557467" cy="35530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63" name="Text Placeholder 30">
            <a:extLst>
              <a:ext uri="{FF2B5EF4-FFF2-40B4-BE49-F238E27FC236}">
                <a16:creationId xmlns:a16="http://schemas.microsoft.com/office/drawing/2014/main" id="{2A35BFDB-BA4D-4C39-9A35-F5205369F19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9119" y="3159422"/>
            <a:ext cx="2557467" cy="355304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7D40D77B-3E85-E765-A209-69D2576ABC3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417094" y="2806093"/>
            <a:ext cx="2557467" cy="35530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4B6A410B-F8F5-0D08-3356-F704821CA9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417094" y="3161399"/>
            <a:ext cx="2557467" cy="355304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718C32E-15EA-688D-14A7-2D492A47F74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265069" y="2808070"/>
            <a:ext cx="2557467" cy="35530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C298A744-C6E5-BF19-F6D5-0ED51B936AD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265069" y="3163376"/>
            <a:ext cx="2557467" cy="355304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020DCF93-5362-89FB-0D46-E807BBD0F8A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113044" y="2810047"/>
            <a:ext cx="2557467" cy="35530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45" name="Text Placeholder 30">
            <a:extLst>
              <a:ext uri="{FF2B5EF4-FFF2-40B4-BE49-F238E27FC236}">
                <a16:creationId xmlns:a16="http://schemas.microsoft.com/office/drawing/2014/main" id="{1C8076BD-0EE9-000A-CAAB-04A926E7B6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113044" y="3165353"/>
            <a:ext cx="2557467" cy="355304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8D69ECF-2E3D-229B-BEC0-74E577C96A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63725"/>
            <a:ext cx="10960858" cy="748790"/>
          </a:xfrm>
        </p:spPr>
        <p:txBody>
          <a:bodyPr lIns="0" anchor="b">
            <a:normAutofit/>
          </a:bodyPr>
          <a:lstStyle>
            <a:lvl1pPr>
              <a:defRPr sz="4200"/>
            </a:lvl1pPr>
          </a:lstStyle>
          <a:p>
            <a:r>
              <a:rPr lang="en-US"/>
              <a:t>AG 4 column cards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CCB5930-86C7-6A5A-A0BA-DF749E3ECF65}"/>
              </a:ext>
            </a:extLst>
          </p:cNvPr>
          <p:cNvCxnSpPr>
            <a:cxnSpLocks/>
          </p:cNvCxnSpPr>
          <p:nvPr userDrawn="1"/>
        </p:nvCxnSpPr>
        <p:spPr>
          <a:xfrm>
            <a:off x="609600" y="6531788"/>
            <a:ext cx="10960858" cy="0"/>
          </a:xfrm>
          <a:prstGeom prst="line">
            <a:avLst/>
          </a:prstGeom>
          <a:noFill/>
          <a:ln w="3175" cap="flat" cmpd="sng" algn="ctr">
            <a:solidFill>
              <a:srgbClr val="001158"/>
            </a:solidFill>
            <a:prstDash val="solid"/>
            <a:miter lim="800000"/>
          </a:ln>
          <a:effectLst/>
        </p:spPr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4A2B0227-4657-C6A6-9DBE-9AAAECFFFF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333" y="6599392"/>
            <a:ext cx="901584" cy="1640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FE17BC-BCBC-1EB1-AB93-BC145F36B41B}"/>
              </a:ext>
            </a:extLst>
          </p:cNvPr>
          <p:cNvSpPr txBox="1"/>
          <p:nvPr userDrawn="1"/>
        </p:nvSpPr>
        <p:spPr>
          <a:xfrm>
            <a:off x="1395663" y="6589081"/>
            <a:ext cx="150566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</a:rPr>
              <a:t>Proprietary and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C7FF10-14CA-756E-16B1-3FF1C3B0E30F}"/>
              </a:ext>
            </a:extLst>
          </p:cNvPr>
          <p:cNvSpPr txBox="1">
            <a:spLocks/>
          </p:cNvSpPr>
          <p:nvPr userDrawn="1"/>
        </p:nvSpPr>
        <p:spPr>
          <a:xfrm>
            <a:off x="10646796" y="6607865"/>
            <a:ext cx="999787" cy="14709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rgbClr val="193AD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82C0D3-26A7-A64E-8170-5F3D69ED7171}" type="slidenum">
              <a:rPr lang="en-US" smtClean="0">
                <a:solidFill>
                  <a:srgbClr val="001158"/>
                </a:solidFill>
                <a:ea typeface="Tahoma" panose="020B0604030504040204" pitchFamily="34" charset="0"/>
                <a:cs typeface="Tahoma" panose="020B0604030504040204" pitchFamily="34" charset="0"/>
              </a:rPr>
              <a:pPr/>
              <a:t>‹#›</a:t>
            </a:fld>
            <a:endParaRPr lang="en-US">
              <a:solidFill>
                <a:srgbClr val="001158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222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 3 column - 6 cards templ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25">
            <a:extLst>
              <a:ext uri="{FF2B5EF4-FFF2-40B4-BE49-F238E27FC236}">
                <a16:creationId xmlns:a16="http://schemas.microsoft.com/office/drawing/2014/main" id="{FC974AD8-78ED-42CE-B561-9E81D7F3073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5543" y="4904920"/>
            <a:ext cx="2966485" cy="258546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51" name="Text Placeholder 30">
            <a:extLst>
              <a:ext uri="{FF2B5EF4-FFF2-40B4-BE49-F238E27FC236}">
                <a16:creationId xmlns:a16="http://schemas.microsoft.com/office/drawing/2014/main" id="{756A0760-6F2D-4AD1-92A1-74600A1C377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65543" y="5260225"/>
            <a:ext cx="2966485" cy="25854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53" name="Text Placeholder 25">
            <a:extLst>
              <a:ext uri="{FF2B5EF4-FFF2-40B4-BE49-F238E27FC236}">
                <a16:creationId xmlns:a16="http://schemas.microsoft.com/office/drawing/2014/main" id="{5223787E-7F3F-41A0-9D57-010CB73D6F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65543" y="4273065"/>
            <a:ext cx="2966485" cy="583475"/>
          </a:xfrm>
          <a:prstGeom prst="rect">
            <a:avLst/>
          </a:prstGeom>
        </p:spPr>
        <p:txBody>
          <a:bodyPr lIns="182880" rIns="182880" bIns="0" anchor="b" anchorCtr="0">
            <a:noAutofit/>
          </a:bodyPr>
          <a:lstStyle>
            <a:lvl1pPr marL="0" indent="0" algn="ctr">
              <a:buNone/>
              <a:defRPr lang="en-US" sz="3200" b="0" i="0" kern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Edit %</a:t>
            </a:r>
          </a:p>
        </p:txBody>
      </p:sp>
      <p:sp>
        <p:nvSpPr>
          <p:cNvPr id="54" name="Text Placeholder 25">
            <a:extLst>
              <a:ext uri="{FF2B5EF4-FFF2-40B4-BE49-F238E27FC236}">
                <a16:creationId xmlns:a16="http://schemas.microsoft.com/office/drawing/2014/main" id="{9CCB5453-846F-43D4-87F6-A53060F08B9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613646" y="4904920"/>
            <a:ext cx="2966485" cy="258546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55" name="Text Placeholder 30">
            <a:extLst>
              <a:ext uri="{FF2B5EF4-FFF2-40B4-BE49-F238E27FC236}">
                <a16:creationId xmlns:a16="http://schemas.microsoft.com/office/drawing/2014/main" id="{05D36DB3-5CF0-4A51-8591-75876186E37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13646" y="5260225"/>
            <a:ext cx="2966485" cy="25854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57" name="Text Placeholder 25">
            <a:extLst>
              <a:ext uri="{FF2B5EF4-FFF2-40B4-BE49-F238E27FC236}">
                <a16:creationId xmlns:a16="http://schemas.microsoft.com/office/drawing/2014/main" id="{024B68DB-B47D-4BB1-950D-E8F38B3BB19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613646" y="4273065"/>
            <a:ext cx="2966485" cy="583475"/>
          </a:xfrm>
          <a:prstGeom prst="rect">
            <a:avLst/>
          </a:prstGeom>
        </p:spPr>
        <p:txBody>
          <a:bodyPr lIns="182880" rIns="182880" bIns="0" anchor="b" anchorCtr="0">
            <a:noAutofit/>
          </a:bodyPr>
          <a:lstStyle>
            <a:lvl1pPr marL="0" indent="0" algn="ctr">
              <a:buNone/>
              <a:defRPr lang="en-US" sz="3200" b="0" i="0" kern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Edit %</a:t>
            </a:r>
          </a:p>
        </p:txBody>
      </p:sp>
      <p:sp>
        <p:nvSpPr>
          <p:cNvPr id="58" name="Text Placeholder 25">
            <a:extLst>
              <a:ext uri="{FF2B5EF4-FFF2-40B4-BE49-F238E27FC236}">
                <a16:creationId xmlns:a16="http://schemas.microsoft.com/office/drawing/2014/main" id="{3B8D143D-CD23-49E6-B5EB-A8C2F4E9E5E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5543" y="2913753"/>
            <a:ext cx="2966485" cy="258546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59" name="Text Placeholder 30">
            <a:extLst>
              <a:ext uri="{FF2B5EF4-FFF2-40B4-BE49-F238E27FC236}">
                <a16:creationId xmlns:a16="http://schemas.microsoft.com/office/drawing/2014/main" id="{FE9B489C-3987-4BE9-A21D-5C799735066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65543" y="3269058"/>
            <a:ext cx="2966485" cy="25854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61" name="Text Placeholder 25">
            <a:extLst>
              <a:ext uri="{FF2B5EF4-FFF2-40B4-BE49-F238E27FC236}">
                <a16:creationId xmlns:a16="http://schemas.microsoft.com/office/drawing/2014/main" id="{00D685B4-F5BC-4AFB-861A-388A105DA5E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65543" y="2281898"/>
            <a:ext cx="2966485" cy="583475"/>
          </a:xfrm>
          <a:prstGeom prst="rect">
            <a:avLst/>
          </a:prstGeom>
        </p:spPr>
        <p:txBody>
          <a:bodyPr lIns="182880" rIns="182880" bIns="0" anchor="b" anchorCtr="0">
            <a:noAutofit/>
          </a:bodyPr>
          <a:lstStyle>
            <a:lvl1pPr marL="0" indent="0" algn="ctr">
              <a:buNone/>
              <a:defRPr lang="en-US" sz="3200" b="0" i="0" kern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Edit %</a:t>
            </a:r>
          </a:p>
        </p:txBody>
      </p:sp>
      <p:sp>
        <p:nvSpPr>
          <p:cNvPr id="62" name="Text Placeholder 25">
            <a:extLst>
              <a:ext uri="{FF2B5EF4-FFF2-40B4-BE49-F238E27FC236}">
                <a16:creationId xmlns:a16="http://schemas.microsoft.com/office/drawing/2014/main" id="{A037FCB5-2621-403E-B565-4B618CE71D3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613646" y="2919170"/>
            <a:ext cx="2966485" cy="258546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63" name="Text Placeholder 30">
            <a:extLst>
              <a:ext uri="{FF2B5EF4-FFF2-40B4-BE49-F238E27FC236}">
                <a16:creationId xmlns:a16="http://schemas.microsoft.com/office/drawing/2014/main" id="{2A35BFDB-BA4D-4C39-9A35-F5205369F19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613646" y="3274475"/>
            <a:ext cx="2966485" cy="25854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65" name="Text Placeholder 25">
            <a:extLst>
              <a:ext uri="{FF2B5EF4-FFF2-40B4-BE49-F238E27FC236}">
                <a16:creationId xmlns:a16="http://schemas.microsoft.com/office/drawing/2014/main" id="{D318F7FB-F2B0-41B7-B7D4-050EA853BA1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613646" y="2287315"/>
            <a:ext cx="2966485" cy="583475"/>
          </a:xfrm>
          <a:prstGeom prst="rect">
            <a:avLst/>
          </a:prstGeom>
        </p:spPr>
        <p:txBody>
          <a:bodyPr lIns="182880" rIns="182880" bIns="0" anchor="b" anchorCtr="0">
            <a:noAutofit/>
          </a:bodyPr>
          <a:lstStyle>
            <a:lvl1pPr marL="0" indent="0" algn="ctr">
              <a:buNone/>
              <a:defRPr lang="en-US" sz="3200" b="0" i="0" kern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Edit %</a:t>
            </a:r>
          </a:p>
        </p:txBody>
      </p:sp>
      <p:sp>
        <p:nvSpPr>
          <p:cNvPr id="67" name="Text Placeholder 25">
            <a:extLst>
              <a:ext uri="{FF2B5EF4-FFF2-40B4-BE49-F238E27FC236}">
                <a16:creationId xmlns:a16="http://schemas.microsoft.com/office/drawing/2014/main" id="{D38B7B4B-EF11-4C3C-B864-18ADEADFBD7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449807" y="2919170"/>
            <a:ext cx="2966485" cy="258546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68" name="Text Placeholder 30">
            <a:extLst>
              <a:ext uri="{FF2B5EF4-FFF2-40B4-BE49-F238E27FC236}">
                <a16:creationId xmlns:a16="http://schemas.microsoft.com/office/drawing/2014/main" id="{5EE82FC1-542F-4D4B-ADAA-CB82A3A194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49807" y="3274475"/>
            <a:ext cx="2966485" cy="25854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70" name="Text Placeholder 25">
            <a:extLst>
              <a:ext uri="{FF2B5EF4-FFF2-40B4-BE49-F238E27FC236}">
                <a16:creationId xmlns:a16="http://schemas.microsoft.com/office/drawing/2014/main" id="{B0A53684-A3CC-4B09-9ACA-DB695EE8830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449807" y="2287315"/>
            <a:ext cx="2966485" cy="583475"/>
          </a:xfrm>
          <a:prstGeom prst="rect">
            <a:avLst/>
          </a:prstGeom>
        </p:spPr>
        <p:txBody>
          <a:bodyPr lIns="182880" rIns="182880" bIns="0" anchor="b" anchorCtr="0">
            <a:noAutofit/>
          </a:bodyPr>
          <a:lstStyle>
            <a:lvl1pPr marL="0" indent="0" algn="ctr">
              <a:buNone/>
              <a:defRPr lang="en-US" sz="3200" b="0" i="0" kern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Edit %</a:t>
            </a:r>
          </a:p>
        </p:txBody>
      </p:sp>
      <p:sp>
        <p:nvSpPr>
          <p:cNvPr id="71" name="Text Placeholder 25">
            <a:extLst>
              <a:ext uri="{FF2B5EF4-FFF2-40B4-BE49-F238E27FC236}">
                <a16:creationId xmlns:a16="http://schemas.microsoft.com/office/drawing/2014/main" id="{1A22FB73-679E-489C-A4D1-C8677E3A8DD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459972" y="4904920"/>
            <a:ext cx="2966485" cy="258546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72" name="Text Placeholder 30">
            <a:extLst>
              <a:ext uri="{FF2B5EF4-FFF2-40B4-BE49-F238E27FC236}">
                <a16:creationId xmlns:a16="http://schemas.microsoft.com/office/drawing/2014/main" id="{B050BA3F-0E44-4B04-A52F-8CFDCEC13F6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459972" y="5260225"/>
            <a:ext cx="2966485" cy="25854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73" name="Text Placeholder 25">
            <a:extLst>
              <a:ext uri="{FF2B5EF4-FFF2-40B4-BE49-F238E27FC236}">
                <a16:creationId xmlns:a16="http://schemas.microsoft.com/office/drawing/2014/main" id="{68577D83-56AA-4CCA-999D-0EF5B851C96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8459972" y="4273065"/>
            <a:ext cx="2966485" cy="583475"/>
          </a:xfrm>
          <a:prstGeom prst="rect">
            <a:avLst/>
          </a:prstGeom>
        </p:spPr>
        <p:txBody>
          <a:bodyPr lIns="182880" rIns="182880" bIns="0" anchor="b" anchorCtr="0">
            <a:noAutofit/>
          </a:bodyPr>
          <a:lstStyle>
            <a:lvl1pPr marL="0" indent="0" algn="ctr">
              <a:buNone/>
              <a:defRPr lang="en-US" sz="3200" b="0" i="0" kern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Edit %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2133A75-A548-41C8-B2BF-DDBF183B96A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" y="1302104"/>
            <a:ext cx="10960857" cy="579053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marL="0" indent="0">
              <a:buNone/>
              <a:defRPr sz="2800" b="0" i="0">
                <a:solidFill>
                  <a:srgbClr val="193AD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AB7AB646-3E88-EE5B-B048-7D5940A77E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63725"/>
            <a:ext cx="10960858" cy="748790"/>
          </a:xfrm>
        </p:spPr>
        <p:txBody>
          <a:bodyPr lIns="0" anchor="b">
            <a:normAutofit/>
          </a:bodyPr>
          <a:lstStyle>
            <a:lvl1pPr>
              <a:defRPr sz="4200"/>
            </a:lvl1pPr>
          </a:lstStyle>
          <a:p>
            <a:r>
              <a:rPr lang="en-US"/>
              <a:t>AG 3 column - 6 cards template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4007139-9A18-95F6-C7C8-BD73FDEDE632}"/>
              </a:ext>
            </a:extLst>
          </p:cNvPr>
          <p:cNvCxnSpPr>
            <a:cxnSpLocks/>
          </p:cNvCxnSpPr>
          <p:nvPr userDrawn="1"/>
        </p:nvCxnSpPr>
        <p:spPr>
          <a:xfrm>
            <a:off x="609600" y="6531788"/>
            <a:ext cx="10960858" cy="0"/>
          </a:xfrm>
          <a:prstGeom prst="line">
            <a:avLst/>
          </a:prstGeom>
          <a:noFill/>
          <a:ln w="3175" cap="flat" cmpd="sng" algn="ctr">
            <a:solidFill>
              <a:srgbClr val="001158"/>
            </a:solidFill>
            <a:prstDash val="solid"/>
            <a:miter lim="800000"/>
          </a:ln>
          <a:effectLst/>
        </p:spPr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E6FBFDE2-D557-F9E0-CE1B-C64AF7D5BF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333" y="6599392"/>
            <a:ext cx="901584" cy="1640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00AFCE-8BEB-F62E-CF37-DBF404C74BBA}"/>
              </a:ext>
            </a:extLst>
          </p:cNvPr>
          <p:cNvSpPr txBox="1"/>
          <p:nvPr userDrawn="1"/>
        </p:nvSpPr>
        <p:spPr>
          <a:xfrm>
            <a:off x="1395663" y="6589081"/>
            <a:ext cx="150566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</a:rPr>
              <a:t>Proprietary and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2ED05D3-75D3-2119-4251-43BD6A9A9493}"/>
              </a:ext>
            </a:extLst>
          </p:cNvPr>
          <p:cNvSpPr txBox="1">
            <a:spLocks/>
          </p:cNvSpPr>
          <p:nvPr userDrawn="1"/>
        </p:nvSpPr>
        <p:spPr>
          <a:xfrm>
            <a:off x="10646796" y="6607865"/>
            <a:ext cx="999787" cy="14709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rgbClr val="193AD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82C0D3-26A7-A64E-8170-5F3D69ED7171}" type="slidenum">
              <a:rPr lang="en-US" smtClean="0">
                <a:solidFill>
                  <a:srgbClr val="001158"/>
                </a:solidFill>
                <a:ea typeface="Tahoma" panose="020B0604030504040204" pitchFamily="34" charset="0"/>
                <a:cs typeface="Tahoma" panose="020B0604030504040204" pitchFamily="34" charset="0"/>
              </a:rPr>
              <a:pPr/>
              <a:t>‹#›</a:t>
            </a:fld>
            <a:endParaRPr lang="en-US">
              <a:solidFill>
                <a:srgbClr val="001158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55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S free text and bullets slide – full LS LS free text and bulle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F37BBFD8-5DAE-46B7-621A-4937BB303A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9118" y="1604873"/>
            <a:ext cx="11001339" cy="4131812"/>
          </a:xfrm>
          <a:prstGeom prst="rect">
            <a:avLst/>
          </a:prstGeom>
        </p:spPr>
        <p:txBody>
          <a:bodyPr/>
          <a:lstStyle>
            <a:lvl1pPr marL="233363" indent="-233363">
              <a:buSzPct val="120000"/>
              <a:buFont typeface="Arial" panose="020B0604020202020204" pitchFamily="34" charset="0"/>
              <a:buChar char="•"/>
              <a:defRPr sz="1800"/>
            </a:lvl1pPr>
            <a:lvl2pPr marL="688975" indent="-342900">
              <a:buFont typeface="Courier New" panose="02070309020205020404" pitchFamily="49" charset="0"/>
              <a:buChar char="o"/>
              <a:tabLst/>
              <a:defRPr sz="1600"/>
            </a:lvl2pPr>
            <a:lvl3pPr marL="863600" indent="-342900">
              <a:buFont typeface="System Font Regular"/>
              <a:buChar char="⁃"/>
              <a:tabLst/>
              <a:defRPr sz="1400"/>
            </a:lvl3pPr>
          </a:lstStyle>
          <a:p>
            <a:r>
              <a:rPr lang="en-US"/>
              <a:t>Bullet 1</a:t>
            </a:r>
          </a:p>
          <a:p>
            <a:pPr lvl="1"/>
            <a:r>
              <a:rPr lang="en-US"/>
              <a:t>Example bullet showing line spacing when a longer sentence is used in bullet format.</a:t>
            </a:r>
          </a:p>
          <a:p>
            <a:pPr lvl="2"/>
            <a:r>
              <a:rPr lang="en-US"/>
              <a:t>Third level bullet 1</a:t>
            </a:r>
          </a:p>
          <a:p>
            <a:r>
              <a:rPr lang="en-US"/>
              <a:t>Bullet 2</a:t>
            </a:r>
          </a:p>
          <a:p>
            <a:pPr lvl="1"/>
            <a:r>
              <a:rPr lang="en-US"/>
              <a:t>Bullet</a:t>
            </a:r>
          </a:p>
          <a:p>
            <a:pPr lvl="2"/>
            <a:r>
              <a:rPr lang="en-US"/>
              <a:t>Bullet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13AE7DF-A3E5-7810-4AF1-2226A49666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63725"/>
            <a:ext cx="10960858" cy="748790"/>
          </a:xfrm>
        </p:spPr>
        <p:txBody>
          <a:bodyPr lIns="0" anchor="b">
            <a:normAutofit/>
          </a:bodyPr>
          <a:lstStyle>
            <a:lvl1pPr>
              <a:defRPr sz="4200"/>
            </a:lvl1pPr>
          </a:lstStyle>
          <a:p>
            <a:r>
              <a:rPr lang="en-US"/>
              <a:t>LS free text and bullets slide – full width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709C256-0303-1477-A04A-EA3E9ABC04AF}"/>
              </a:ext>
            </a:extLst>
          </p:cNvPr>
          <p:cNvCxnSpPr>
            <a:cxnSpLocks/>
          </p:cNvCxnSpPr>
          <p:nvPr userDrawn="1"/>
        </p:nvCxnSpPr>
        <p:spPr>
          <a:xfrm>
            <a:off x="609600" y="6531788"/>
            <a:ext cx="10960858" cy="0"/>
          </a:xfrm>
          <a:prstGeom prst="line">
            <a:avLst/>
          </a:prstGeom>
          <a:noFill/>
          <a:ln w="3175" cap="flat" cmpd="sng" algn="ctr">
            <a:solidFill>
              <a:srgbClr val="001158"/>
            </a:solidFill>
            <a:prstDash val="solid"/>
            <a:miter lim="800000"/>
          </a:ln>
          <a:effectLst/>
        </p:spPr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F5242167-1B50-92E6-1E27-632BDECF36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333" y="6599392"/>
            <a:ext cx="901584" cy="1640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58E4D6-A998-EDC3-275B-9D01C0AC84EB}"/>
              </a:ext>
            </a:extLst>
          </p:cNvPr>
          <p:cNvSpPr txBox="1"/>
          <p:nvPr userDrawn="1"/>
        </p:nvSpPr>
        <p:spPr>
          <a:xfrm>
            <a:off x="1395663" y="6589081"/>
            <a:ext cx="150566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</a:rPr>
              <a:t>Proprietary and Confidential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BE88C87-C0F2-54E4-FA89-6DD611BF1D3A}"/>
              </a:ext>
            </a:extLst>
          </p:cNvPr>
          <p:cNvSpPr txBox="1">
            <a:spLocks/>
          </p:cNvSpPr>
          <p:nvPr userDrawn="1"/>
        </p:nvSpPr>
        <p:spPr>
          <a:xfrm>
            <a:off x="10646796" y="6607865"/>
            <a:ext cx="999787" cy="14709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rgbClr val="193AD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82C0D3-26A7-A64E-8170-5F3D69ED7171}" type="slidenum">
              <a:rPr lang="en-US" smtClean="0">
                <a:solidFill>
                  <a:srgbClr val="001158"/>
                </a:solidFill>
                <a:ea typeface="Tahoma" panose="020B0604030504040204" pitchFamily="34" charset="0"/>
                <a:cs typeface="Tahoma" panose="020B0604030504040204" pitchFamily="34" charset="0"/>
              </a:rPr>
              <a:pPr/>
              <a:t>‹#›</a:t>
            </a:fld>
            <a:endParaRPr lang="en-US">
              <a:solidFill>
                <a:srgbClr val="001158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5186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S exampl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68D69ECF-2E3D-229B-BEC0-74E577C96A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63725"/>
            <a:ext cx="10960858" cy="748790"/>
          </a:xfrm>
        </p:spPr>
        <p:txBody>
          <a:bodyPr lIns="0" anchor="b">
            <a:normAutofit/>
          </a:bodyPr>
          <a:lstStyle>
            <a:lvl1pPr>
              <a:defRPr sz="4200"/>
            </a:lvl1pPr>
          </a:lstStyle>
          <a:p>
            <a:r>
              <a:rPr lang="en-US"/>
              <a:t>LS example table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9112903-6961-78BB-F13B-D5B6BF50B076}"/>
              </a:ext>
            </a:extLst>
          </p:cNvPr>
          <p:cNvCxnSpPr>
            <a:cxnSpLocks/>
          </p:cNvCxnSpPr>
          <p:nvPr userDrawn="1"/>
        </p:nvCxnSpPr>
        <p:spPr>
          <a:xfrm>
            <a:off x="609600" y="6531788"/>
            <a:ext cx="10960858" cy="0"/>
          </a:xfrm>
          <a:prstGeom prst="line">
            <a:avLst/>
          </a:prstGeom>
          <a:noFill/>
          <a:ln w="3175" cap="flat" cmpd="sng" algn="ctr">
            <a:solidFill>
              <a:srgbClr val="001158"/>
            </a:solidFill>
            <a:prstDash val="solid"/>
            <a:miter lim="800000"/>
          </a:ln>
          <a:effectLst/>
        </p:spPr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A51E05B-7436-A6F7-1787-2EECE86901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333" y="6599392"/>
            <a:ext cx="901584" cy="1640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AEB765-2AF1-E17C-7A7E-807B8DE9C42C}"/>
              </a:ext>
            </a:extLst>
          </p:cNvPr>
          <p:cNvSpPr txBox="1"/>
          <p:nvPr userDrawn="1"/>
        </p:nvSpPr>
        <p:spPr>
          <a:xfrm>
            <a:off x="1395663" y="6589081"/>
            <a:ext cx="150566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</a:rPr>
              <a:t>Proprietary and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863561-4F42-E931-CB5B-62C0180F49D0}"/>
              </a:ext>
            </a:extLst>
          </p:cNvPr>
          <p:cNvSpPr txBox="1">
            <a:spLocks/>
          </p:cNvSpPr>
          <p:nvPr userDrawn="1"/>
        </p:nvSpPr>
        <p:spPr>
          <a:xfrm>
            <a:off x="10646796" y="6607865"/>
            <a:ext cx="999787" cy="14709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rgbClr val="193AD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82C0D3-26A7-A64E-8170-5F3D69ED7171}" type="slidenum">
              <a:rPr lang="en-US" smtClean="0">
                <a:solidFill>
                  <a:srgbClr val="001158"/>
                </a:solidFill>
                <a:ea typeface="Tahoma" panose="020B0604030504040204" pitchFamily="34" charset="0"/>
                <a:cs typeface="Tahoma" panose="020B0604030504040204" pitchFamily="34" charset="0"/>
              </a:rPr>
              <a:pPr/>
              <a:t>‹#›</a:t>
            </a:fld>
            <a:endParaRPr lang="en-US">
              <a:solidFill>
                <a:srgbClr val="001158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585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S example chart templat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68D69ECF-2E3D-229B-BEC0-74E577C96A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63725"/>
            <a:ext cx="10960858" cy="748790"/>
          </a:xfrm>
        </p:spPr>
        <p:txBody>
          <a:bodyPr lIns="0" anchor="b">
            <a:normAutofit/>
          </a:bodyPr>
          <a:lstStyle>
            <a:lvl1pPr>
              <a:defRPr sz="4200"/>
            </a:lvl1pPr>
          </a:lstStyle>
          <a:p>
            <a:r>
              <a:rPr lang="en-US"/>
              <a:t>LS example chart templates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CE847FA-1381-3989-C538-B0EDF070079D}"/>
              </a:ext>
            </a:extLst>
          </p:cNvPr>
          <p:cNvCxnSpPr>
            <a:cxnSpLocks/>
          </p:cNvCxnSpPr>
          <p:nvPr userDrawn="1"/>
        </p:nvCxnSpPr>
        <p:spPr>
          <a:xfrm>
            <a:off x="609600" y="6531788"/>
            <a:ext cx="10960858" cy="0"/>
          </a:xfrm>
          <a:prstGeom prst="line">
            <a:avLst/>
          </a:prstGeom>
          <a:noFill/>
          <a:ln w="3175" cap="flat" cmpd="sng" algn="ctr">
            <a:solidFill>
              <a:srgbClr val="001158"/>
            </a:solidFill>
            <a:prstDash val="solid"/>
            <a:miter lim="800000"/>
          </a:ln>
          <a:effectLst/>
        </p:spPr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28197747-3F3D-5501-7C96-0D7909A407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333" y="6599392"/>
            <a:ext cx="901584" cy="1640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389D97-9640-7D82-6CC0-B81F0A71C707}"/>
              </a:ext>
            </a:extLst>
          </p:cNvPr>
          <p:cNvSpPr txBox="1"/>
          <p:nvPr userDrawn="1"/>
        </p:nvSpPr>
        <p:spPr>
          <a:xfrm>
            <a:off x="1395663" y="6589081"/>
            <a:ext cx="150566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</a:rPr>
              <a:t>Proprietary and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8BC8F7C-2ED2-3412-1C77-0CEAE7ED79B7}"/>
              </a:ext>
            </a:extLst>
          </p:cNvPr>
          <p:cNvSpPr txBox="1">
            <a:spLocks/>
          </p:cNvSpPr>
          <p:nvPr userDrawn="1"/>
        </p:nvSpPr>
        <p:spPr>
          <a:xfrm>
            <a:off x="10646796" y="6607865"/>
            <a:ext cx="999787" cy="14709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rgbClr val="193AD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82C0D3-26A7-A64E-8170-5F3D69ED7171}" type="slidenum">
              <a:rPr lang="en-US" smtClean="0">
                <a:solidFill>
                  <a:srgbClr val="001158"/>
                </a:solidFill>
                <a:ea typeface="Tahoma" panose="020B0604030504040204" pitchFamily="34" charset="0"/>
                <a:cs typeface="Tahoma" panose="020B0604030504040204" pitchFamily="34" charset="0"/>
              </a:rPr>
              <a:pPr/>
              <a:t>‹#›</a:t>
            </a:fld>
            <a:endParaRPr lang="en-US">
              <a:solidFill>
                <a:srgbClr val="001158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82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S 2 column cards + body cop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718C32E-15EA-688D-14A7-2D492A47F74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265069" y="2808070"/>
            <a:ext cx="2557467" cy="35530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C298A744-C6E5-BF19-F6D5-0ED51B936AD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265069" y="3163376"/>
            <a:ext cx="2557467" cy="355304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020DCF93-5362-89FB-0D46-E807BBD0F8A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113044" y="2810047"/>
            <a:ext cx="2557467" cy="35530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45" name="Text Placeholder 30">
            <a:extLst>
              <a:ext uri="{FF2B5EF4-FFF2-40B4-BE49-F238E27FC236}">
                <a16:creationId xmlns:a16="http://schemas.microsoft.com/office/drawing/2014/main" id="{1C8076BD-0EE9-000A-CAAB-04A926E7B6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113044" y="3165353"/>
            <a:ext cx="2557467" cy="355304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5F8D7327-D9DD-E4F6-CEF0-7FEE9FD6FD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1903358"/>
            <a:ext cx="5168630" cy="479369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buNone/>
              <a:defRPr sz="2800" b="0" i="0">
                <a:solidFill>
                  <a:srgbClr val="193AD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FB08B87-4EAB-B709-A25A-6A65A0DE6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63725"/>
            <a:ext cx="10960858" cy="748790"/>
          </a:xfrm>
        </p:spPr>
        <p:txBody>
          <a:bodyPr lIns="0" anchor="b">
            <a:normAutofit/>
          </a:bodyPr>
          <a:lstStyle>
            <a:lvl1pPr>
              <a:defRPr sz="4200"/>
            </a:lvl1pPr>
          </a:lstStyle>
          <a:p>
            <a:r>
              <a:rPr lang="en-US"/>
              <a:t>LS 2 column cards + body 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35105-87F0-C65D-AE15-E51F8E5FDA33}"/>
              </a:ext>
            </a:extLst>
          </p:cNvPr>
          <p:cNvSpPr>
            <a:spLocks noGrp="1"/>
          </p:cNvSpPr>
          <p:nvPr>
            <p:ph sz="quarter" idx="62" hasCustomPrompt="1"/>
          </p:nvPr>
        </p:nvSpPr>
        <p:spPr>
          <a:xfrm>
            <a:off x="609600" y="2581275"/>
            <a:ext cx="5168900" cy="30940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en-US" sz="2000" b="0" i="0" smtClean="0">
                <a:solidFill>
                  <a:schemeClr val="accent3">
                    <a:lumMod val="75000"/>
                  </a:schemeClr>
                </a:solidFill>
                <a:effectLst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Simulated Copy - Lorem ipsum dolor sit </a:t>
            </a:r>
            <a:r>
              <a:rPr lang="en-US" b="0" i="0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US" b="0" i="0" err="1">
                <a:solidFill>
                  <a:srgbClr val="7B8898"/>
                </a:solidFill>
                <a:effectLst/>
                <a:latin typeface="Mercury SSm A"/>
              </a:rPr>
              <a:t>consectetur</a:t>
            </a:r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US" b="0" i="0" err="1">
                <a:solidFill>
                  <a:srgbClr val="7B8898"/>
                </a:solidFill>
                <a:effectLst/>
                <a:latin typeface="Mercury SSm A"/>
              </a:rPr>
              <a:t>adipiscing</a:t>
            </a:r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US" b="0" i="0" err="1">
                <a:solidFill>
                  <a:srgbClr val="7B8898"/>
                </a:solidFill>
                <a:effectLst/>
                <a:latin typeface="Mercury SSm A"/>
              </a:rPr>
              <a:t>elit</a:t>
            </a:r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, sed do </a:t>
            </a:r>
            <a:r>
              <a:rPr lang="en-US" b="0" i="0" err="1">
                <a:solidFill>
                  <a:srgbClr val="7B8898"/>
                </a:solidFill>
                <a:effectLst/>
                <a:latin typeface="Mercury SSm A"/>
              </a:rPr>
              <a:t>eiusmod</a:t>
            </a:r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US" b="0" i="0" err="1">
                <a:solidFill>
                  <a:srgbClr val="7B8898"/>
                </a:solidFill>
                <a:effectLst/>
                <a:latin typeface="Mercury SSm A"/>
              </a:rPr>
              <a:t>tempor</a:t>
            </a:r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US" b="0" i="0" err="1">
                <a:solidFill>
                  <a:srgbClr val="7B8898"/>
                </a:solidFill>
                <a:effectLst/>
                <a:latin typeface="Mercury SSm A"/>
              </a:rPr>
              <a:t>incididunt</a:t>
            </a:r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US" b="0" i="0" err="1">
                <a:solidFill>
                  <a:srgbClr val="7B8898"/>
                </a:solidFill>
                <a:effectLst/>
                <a:latin typeface="Mercury SSm A"/>
              </a:rPr>
              <a:t>ut</a:t>
            </a:r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 labore et dolore magna </a:t>
            </a:r>
            <a:r>
              <a:rPr lang="en-US" b="0" i="0" err="1">
                <a:solidFill>
                  <a:srgbClr val="7B8898"/>
                </a:solidFill>
                <a:effectLst/>
                <a:latin typeface="Mercury SSm A"/>
              </a:rPr>
              <a:t>aliqua</a:t>
            </a:r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. Ut </a:t>
            </a:r>
            <a:r>
              <a:rPr lang="en-US" b="0" i="0" err="1">
                <a:solidFill>
                  <a:srgbClr val="7B8898"/>
                </a:solidFill>
                <a:effectLst/>
                <a:latin typeface="Mercury SSm A"/>
              </a:rPr>
              <a:t>enim</a:t>
            </a:r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 ad minim </a:t>
            </a:r>
            <a:r>
              <a:rPr lang="en-US" b="0" i="0" err="1">
                <a:solidFill>
                  <a:srgbClr val="7B8898"/>
                </a:solidFill>
                <a:effectLst/>
                <a:latin typeface="Mercury SSm A"/>
              </a:rPr>
              <a:t>veniam</a:t>
            </a:r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US" b="0" i="0" err="1">
                <a:solidFill>
                  <a:srgbClr val="7B8898"/>
                </a:solidFill>
                <a:effectLst/>
                <a:latin typeface="Mercury SSm A"/>
              </a:rPr>
              <a:t>quis</a:t>
            </a:r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US" b="0" i="0" err="1">
                <a:solidFill>
                  <a:srgbClr val="7B8898"/>
                </a:solidFill>
                <a:effectLst/>
                <a:latin typeface="Mercury SSm A"/>
              </a:rPr>
              <a:t>nostrud</a:t>
            </a:r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 exercitation </a:t>
            </a:r>
            <a:r>
              <a:rPr lang="en-US" b="0" i="0" err="1">
                <a:solidFill>
                  <a:srgbClr val="7B8898"/>
                </a:solidFill>
                <a:effectLst/>
                <a:latin typeface="Mercury SSm A"/>
              </a:rPr>
              <a:t>ullamco</a:t>
            </a:r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US" b="0" i="0" err="1">
                <a:solidFill>
                  <a:srgbClr val="7B8898"/>
                </a:solidFill>
                <a:effectLst/>
                <a:latin typeface="Mercury SSm A"/>
              </a:rPr>
              <a:t>laboris</a:t>
            </a:r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 nisi </a:t>
            </a:r>
            <a:r>
              <a:rPr lang="en-US" b="0" i="0" err="1">
                <a:solidFill>
                  <a:srgbClr val="7B8898"/>
                </a:solidFill>
                <a:effectLst/>
                <a:latin typeface="Mercury SSm A"/>
              </a:rPr>
              <a:t>ut</a:t>
            </a:r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US" b="0" i="0" err="1">
                <a:solidFill>
                  <a:srgbClr val="7B8898"/>
                </a:solidFill>
                <a:effectLst/>
                <a:latin typeface="Mercury SSm A"/>
              </a:rPr>
              <a:t>aliquip</a:t>
            </a:r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 ex </a:t>
            </a:r>
            <a:r>
              <a:rPr lang="en-US" b="0" i="0" err="1">
                <a:solidFill>
                  <a:srgbClr val="7B8898"/>
                </a:solidFill>
                <a:effectLst/>
                <a:latin typeface="Mercury SSm A"/>
              </a:rPr>
              <a:t>ea</a:t>
            </a:r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US" b="0" i="0" err="1">
                <a:solidFill>
                  <a:srgbClr val="7B8898"/>
                </a:solidFill>
                <a:effectLst/>
                <a:latin typeface="Mercury SSm A"/>
              </a:rPr>
              <a:t>commodo</a:t>
            </a:r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US" b="0" i="0" err="1">
                <a:solidFill>
                  <a:srgbClr val="7B8898"/>
                </a:solidFill>
                <a:effectLst/>
                <a:latin typeface="Mercury SSm A"/>
              </a:rPr>
              <a:t>consequat</a:t>
            </a:r>
            <a:r>
              <a:rPr lang="en-US" b="0" i="0">
                <a:solidFill>
                  <a:srgbClr val="7B8898"/>
                </a:solidFill>
                <a:effectLst/>
                <a:latin typeface="Mercury SSm A"/>
              </a:rPr>
              <a:t>. </a:t>
            </a: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8D04075-CA87-1DA7-3803-DD9BE2C95335}"/>
              </a:ext>
            </a:extLst>
          </p:cNvPr>
          <p:cNvCxnSpPr>
            <a:cxnSpLocks/>
          </p:cNvCxnSpPr>
          <p:nvPr userDrawn="1"/>
        </p:nvCxnSpPr>
        <p:spPr>
          <a:xfrm>
            <a:off x="609600" y="6531788"/>
            <a:ext cx="10960858" cy="0"/>
          </a:xfrm>
          <a:prstGeom prst="line">
            <a:avLst/>
          </a:prstGeom>
          <a:noFill/>
          <a:ln w="3175" cap="flat" cmpd="sng" algn="ctr">
            <a:solidFill>
              <a:srgbClr val="001158"/>
            </a:solidFill>
            <a:prstDash val="solid"/>
            <a:miter lim="800000"/>
          </a:ln>
          <a:effectLst/>
        </p:spPr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53D23EB8-52FA-B799-5868-03EF71BAAA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333" y="6599392"/>
            <a:ext cx="901584" cy="1640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A6FCCB-EEE3-87B4-9794-F7FB78415C9F}"/>
              </a:ext>
            </a:extLst>
          </p:cNvPr>
          <p:cNvSpPr txBox="1"/>
          <p:nvPr userDrawn="1"/>
        </p:nvSpPr>
        <p:spPr>
          <a:xfrm>
            <a:off x="1395663" y="6589081"/>
            <a:ext cx="150566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</a:rPr>
              <a:t>Proprietary and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03A221F-6837-7ED4-734B-DADA7A9D1ED8}"/>
              </a:ext>
            </a:extLst>
          </p:cNvPr>
          <p:cNvSpPr txBox="1">
            <a:spLocks/>
          </p:cNvSpPr>
          <p:nvPr userDrawn="1"/>
        </p:nvSpPr>
        <p:spPr>
          <a:xfrm>
            <a:off x="10646796" y="6607865"/>
            <a:ext cx="999787" cy="14709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rgbClr val="193AD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82C0D3-26A7-A64E-8170-5F3D69ED7171}" type="slidenum">
              <a:rPr lang="en-US" smtClean="0">
                <a:solidFill>
                  <a:srgbClr val="001158"/>
                </a:solidFill>
                <a:ea typeface="Tahoma" panose="020B0604030504040204" pitchFamily="34" charset="0"/>
                <a:cs typeface="Tahoma" panose="020B0604030504040204" pitchFamily="34" charset="0"/>
              </a:rPr>
              <a:pPr/>
              <a:t>‹#›</a:t>
            </a:fld>
            <a:endParaRPr lang="en-US">
              <a:solidFill>
                <a:srgbClr val="001158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303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S 2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CFE7C5FE-446C-48A7-134C-504B71467E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95171" y="69875"/>
            <a:ext cx="3027810" cy="2837467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A61DC09-0A33-2BCC-C1B1-02ED03AFA5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9118" y="1704300"/>
            <a:ext cx="5225191" cy="8029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LS Standard Bullet Slide</a:t>
            </a:r>
          </a:p>
        </p:txBody>
      </p:sp>
      <p:sp>
        <p:nvSpPr>
          <p:cNvPr id="3" name="Text Placeholder 24">
            <a:extLst>
              <a:ext uri="{FF2B5EF4-FFF2-40B4-BE49-F238E27FC236}">
                <a16:creationId xmlns:a16="http://schemas.microsoft.com/office/drawing/2014/main" id="{9AE18F25-1001-66C6-A149-5B842CD0B0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9118" y="2682959"/>
            <a:ext cx="5225191" cy="3053726"/>
          </a:xfrm>
          <a:prstGeom prst="rect">
            <a:avLst/>
          </a:prstGeom>
        </p:spPr>
        <p:txBody>
          <a:bodyPr/>
          <a:lstStyle>
            <a:lvl1pPr marL="233363" indent="-233363">
              <a:buSzPct val="120000"/>
              <a:buFont typeface="Arial" panose="020B0604020202020204" pitchFamily="34" charset="0"/>
              <a:buChar char="•"/>
              <a:defRPr sz="1800"/>
            </a:lvl1pPr>
            <a:lvl2pPr marL="688975" indent="-342900">
              <a:buFont typeface="Courier New" panose="02070309020205020404" pitchFamily="49" charset="0"/>
              <a:buChar char="o"/>
              <a:tabLst/>
              <a:defRPr sz="1600"/>
            </a:lvl2pPr>
            <a:lvl3pPr marL="863600" indent="-342900">
              <a:buFont typeface="System Font Regular"/>
              <a:buChar char="⁃"/>
              <a:tabLst/>
              <a:defRPr sz="1400"/>
            </a:lvl3pPr>
          </a:lstStyle>
          <a:p>
            <a:r>
              <a:rPr lang="en-US"/>
              <a:t>Bullet 1</a:t>
            </a:r>
          </a:p>
          <a:p>
            <a:pPr lvl="1"/>
            <a:r>
              <a:rPr lang="en-US"/>
              <a:t>Example bullet format.</a:t>
            </a:r>
          </a:p>
          <a:p>
            <a:pPr lvl="2"/>
            <a:r>
              <a:rPr lang="en-US"/>
              <a:t>Third level bullet 1</a:t>
            </a:r>
          </a:p>
          <a:p>
            <a:r>
              <a:rPr lang="en-US"/>
              <a:t>Bullet 2</a:t>
            </a:r>
          </a:p>
          <a:p>
            <a:pPr lvl="1"/>
            <a:r>
              <a:rPr lang="en-US"/>
              <a:t>Bullet</a:t>
            </a:r>
          </a:p>
          <a:p>
            <a:pPr lvl="2"/>
            <a:r>
              <a:rPr lang="en-US"/>
              <a:t>Bullet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CC54E41-4370-1A76-DEB1-0275285940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1704300"/>
            <a:ext cx="5474458" cy="8029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LS Standard Bullet Slide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BC8C8DE-3A4E-D0A2-F174-63B5B2A909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63725"/>
            <a:ext cx="10960858" cy="748790"/>
          </a:xfrm>
        </p:spPr>
        <p:txBody>
          <a:bodyPr lIns="0" anchor="b">
            <a:normAutofit/>
          </a:bodyPr>
          <a:lstStyle>
            <a:lvl1pPr>
              <a:defRPr sz="4200"/>
            </a:lvl1pPr>
          </a:lstStyle>
          <a:p>
            <a:r>
              <a:rPr lang="en-US"/>
              <a:t>LS 2 column slide</a:t>
            </a:r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C9FFC1F6-5999-6A1E-55F2-B3B3FFF44C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2721451"/>
            <a:ext cx="5474458" cy="3053726"/>
          </a:xfrm>
          <a:prstGeom prst="rect">
            <a:avLst/>
          </a:prstGeom>
        </p:spPr>
        <p:txBody>
          <a:bodyPr/>
          <a:lstStyle>
            <a:lvl1pPr marL="233363" indent="-233363">
              <a:buSzPct val="120000"/>
              <a:buFont typeface="Arial" panose="020B0604020202020204" pitchFamily="34" charset="0"/>
              <a:buChar char="•"/>
              <a:defRPr sz="1800"/>
            </a:lvl1pPr>
            <a:lvl2pPr marL="688975" indent="-342900">
              <a:buFont typeface="Courier New" panose="02070309020205020404" pitchFamily="49" charset="0"/>
              <a:buChar char="o"/>
              <a:tabLst/>
              <a:defRPr sz="1600"/>
            </a:lvl2pPr>
            <a:lvl3pPr marL="863600" indent="-342900">
              <a:buFont typeface="System Font Regular"/>
              <a:buChar char="⁃"/>
              <a:tabLst/>
              <a:defRPr sz="1400"/>
            </a:lvl3pPr>
          </a:lstStyle>
          <a:p>
            <a:r>
              <a:rPr lang="en-US"/>
              <a:t>Bullet 1</a:t>
            </a:r>
          </a:p>
          <a:p>
            <a:pPr lvl="1"/>
            <a:r>
              <a:rPr lang="en-US"/>
              <a:t>Example bullet format.</a:t>
            </a:r>
          </a:p>
          <a:p>
            <a:pPr lvl="2"/>
            <a:r>
              <a:rPr lang="en-US"/>
              <a:t>Third level bullet 1</a:t>
            </a:r>
          </a:p>
          <a:p>
            <a:r>
              <a:rPr lang="en-US"/>
              <a:t>Bullet 2</a:t>
            </a:r>
          </a:p>
          <a:p>
            <a:pPr lvl="1"/>
            <a:r>
              <a:rPr lang="en-US"/>
              <a:t>Bullet</a:t>
            </a:r>
          </a:p>
          <a:p>
            <a:pPr lvl="2"/>
            <a:r>
              <a:rPr lang="en-US"/>
              <a:t>Bullet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4F9FC8-04CC-6DC2-8361-689F1817306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531788"/>
            <a:ext cx="10960858" cy="0"/>
          </a:xfrm>
          <a:prstGeom prst="line">
            <a:avLst/>
          </a:prstGeom>
          <a:noFill/>
          <a:ln w="3175" cap="flat" cmpd="sng" algn="ctr">
            <a:solidFill>
              <a:srgbClr val="001158"/>
            </a:solidFill>
            <a:prstDash val="solid"/>
            <a:miter lim="800000"/>
          </a:ln>
          <a:effectLst/>
        </p:spPr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D85399EB-5AB1-2798-BD9C-5E4978DC0B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333" y="6599392"/>
            <a:ext cx="901584" cy="1640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1540685-EFF0-8C7A-2F52-4EAA94863A56}"/>
              </a:ext>
            </a:extLst>
          </p:cNvPr>
          <p:cNvSpPr txBox="1"/>
          <p:nvPr userDrawn="1"/>
        </p:nvSpPr>
        <p:spPr>
          <a:xfrm>
            <a:off x="1395663" y="6589081"/>
            <a:ext cx="150566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</a:rPr>
              <a:t>Proprietary and Confidential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9810400-6B9D-40A9-B9BB-2CEB2CF4E352}"/>
              </a:ext>
            </a:extLst>
          </p:cNvPr>
          <p:cNvSpPr txBox="1">
            <a:spLocks/>
          </p:cNvSpPr>
          <p:nvPr userDrawn="1"/>
        </p:nvSpPr>
        <p:spPr>
          <a:xfrm>
            <a:off x="10646796" y="6607865"/>
            <a:ext cx="999787" cy="14709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rgbClr val="193AD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82C0D3-26A7-A64E-8170-5F3D69ED7171}" type="slidenum">
              <a:rPr lang="en-US" smtClean="0">
                <a:solidFill>
                  <a:srgbClr val="001158"/>
                </a:solidFill>
                <a:ea typeface="Tahoma" panose="020B0604030504040204" pitchFamily="34" charset="0"/>
                <a:cs typeface="Tahoma" panose="020B0604030504040204" pitchFamily="34" charset="0"/>
              </a:rPr>
              <a:pPr/>
              <a:t>‹#›</a:t>
            </a:fld>
            <a:endParaRPr lang="en-US">
              <a:solidFill>
                <a:srgbClr val="001158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724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S 4 Column Card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Placeholder 25">
            <a:extLst>
              <a:ext uri="{FF2B5EF4-FFF2-40B4-BE49-F238E27FC236}">
                <a16:creationId xmlns:a16="http://schemas.microsoft.com/office/drawing/2014/main" id="{A037FCB5-2621-403E-B565-4B618CE71D3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69119" y="2804116"/>
            <a:ext cx="2557467" cy="35530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63" name="Text Placeholder 30">
            <a:extLst>
              <a:ext uri="{FF2B5EF4-FFF2-40B4-BE49-F238E27FC236}">
                <a16:creationId xmlns:a16="http://schemas.microsoft.com/office/drawing/2014/main" id="{2A35BFDB-BA4D-4C39-9A35-F5205369F19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9119" y="3159422"/>
            <a:ext cx="2557467" cy="355304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7D40D77B-3E85-E765-A209-69D2576ABC3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417094" y="2806093"/>
            <a:ext cx="2557467" cy="35530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4B6A410B-F8F5-0D08-3356-F704821CA9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417094" y="3161399"/>
            <a:ext cx="2557467" cy="355304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718C32E-15EA-688D-14A7-2D492A47F74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265069" y="2808070"/>
            <a:ext cx="2557467" cy="35530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C298A744-C6E5-BF19-F6D5-0ED51B936AD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265069" y="3163376"/>
            <a:ext cx="2557467" cy="355304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020DCF93-5362-89FB-0D46-E807BBD0F8A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113044" y="2810047"/>
            <a:ext cx="2557467" cy="35530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buNone/>
              <a:defRPr sz="1800"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buNone/>
              <a:defRPr sz="1600">
                <a:latin typeface="+mj-lt"/>
              </a:defRPr>
            </a:lvl2pPr>
            <a:lvl3pPr marL="0" indent="0" algn="ctr">
              <a:buNone/>
              <a:defRPr sz="1400">
                <a:latin typeface="+mj-lt"/>
              </a:defRPr>
            </a:lvl3pPr>
            <a:lvl4pPr marL="0" indent="0" algn="ctr">
              <a:buNone/>
              <a:defRPr sz="1200">
                <a:latin typeface="+mj-lt"/>
              </a:defRPr>
            </a:lvl4pPr>
            <a:lvl5pPr marL="0" indent="0" algn="ctr">
              <a:buNone/>
              <a:defRPr sz="1200">
                <a:latin typeface="+mj-lt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45" name="Text Placeholder 30">
            <a:extLst>
              <a:ext uri="{FF2B5EF4-FFF2-40B4-BE49-F238E27FC236}">
                <a16:creationId xmlns:a16="http://schemas.microsoft.com/office/drawing/2014/main" id="{1C8076BD-0EE9-000A-CAAB-04A926E7B6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113044" y="3165353"/>
            <a:ext cx="2557467" cy="355304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0" indent="0" algn="ctr">
              <a:lnSpc>
                <a:spcPct val="100000"/>
              </a:lnSpc>
              <a:buNone/>
              <a:defRPr sz="1200"/>
            </a:lvl2pPr>
            <a:lvl3pPr marL="0" indent="0" algn="ctr">
              <a:lnSpc>
                <a:spcPct val="100000"/>
              </a:lnSpc>
              <a:buNone/>
              <a:defRPr sz="1200"/>
            </a:lvl3pPr>
            <a:lvl4pPr marL="0" indent="0" algn="ctr">
              <a:lnSpc>
                <a:spcPct val="100000"/>
              </a:lnSpc>
              <a:buNone/>
              <a:defRPr sz="1200"/>
            </a:lvl4pPr>
            <a:lvl5pPr marL="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982A4270-C6CD-4CF0-9EEC-C9F1D37789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63725"/>
            <a:ext cx="10960858" cy="748790"/>
          </a:xfrm>
        </p:spPr>
        <p:txBody>
          <a:bodyPr lIns="0" anchor="b">
            <a:normAutofit/>
          </a:bodyPr>
          <a:lstStyle>
            <a:lvl1pPr>
              <a:defRPr sz="4200"/>
            </a:lvl1pPr>
          </a:lstStyle>
          <a:p>
            <a:r>
              <a:rPr lang="en-US"/>
              <a:t>LS 4 Column Cards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FD0A554-D2DE-F1D6-C09D-E8576A4ED37D}"/>
              </a:ext>
            </a:extLst>
          </p:cNvPr>
          <p:cNvCxnSpPr>
            <a:cxnSpLocks/>
          </p:cNvCxnSpPr>
          <p:nvPr userDrawn="1"/>
        </p:nvCxnSpPr>
        <p:spPr>
          <a:xfrm>
            <a:off x="609600" y="6531788"/>
            <a:ext cx="10960858" cy="0"/>
          </a:xfrm>
          <a:prstGeom prst="line">
            <a:avLst/>
          </a:prstGeom>
          <a:noFill/>
          <a:ln w="3175" cap="flat" cmpd="sng" algn="ctr">
            <a:solidFill>
              <a:srgbClr val="001158"/>
            </a:solidFill>
            <a:prstDash val="solid"/>
            <a:miter lim="800000"/>
          </a:ln>
          <a:effectLst/>
        </p:spPr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89A85A69-DC69-69A9-0F5A-79647B21E4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333" y="6599392"/>
            <a:ext cx="901584" cy="1640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1733F3-9EE3-60EC-2337-0656604D0DC1}"/>
              </a:ext>
            </a:extLst>
          </p:cNvPr>
          <p:cNvSpPr txBox="1"/>
          <p:nvPr userDrawn="1"/>
        </p:nvSpPr>
        <p:spPr>
          <a:xfrm>
            <a:off x="1395663" y="6589081"/>
            <a:ext cx="150566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</a:rPr>
              <a:t>Proprietary and Confidential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12E33AC-3A98-24D2-AC63-2FE5714CE6E1}"/>
              </a:ext>
            </a:extLst>
          </p:cNvPr>
          <p:cNvSpPr txBox="1">
            <a:spLocks/>
          </p:cNvSpPr>
          <p:nvPr userDrawn="1"/>
        </p:nvSpPr>
        <p:spPr>
          <a:xfrm>
            <a:off x="10646796" y="6607865"/>
            <a:ext cx="999787" cy="14709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rgbClr val="193AD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82C0D3-26A7-A64E-8170-5F3D69ED7171}" type="slidenum">
              <a:rPr lang="en-US" smtClean="0">
                <a:solidFill>
                  <a:srgbClr val="001158"/>
                </a:solidFill>
                <a:ea typeface="Tahoma" panose="020B0604030504040204" pitchFamily="34" charset="0"/>
                <a:cs typeface="Tahoma" panose="020B0604030504040204" pitchFamily="34" charset="0"/>
              </a:rPr>
              <a:pPr/>
              <a:t>‹#›</a:t>
            </a:fld>
            <a:endParaRPr lang="en-US">
              <a:solidFill>
                <a:srgbClr val="001158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972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S Full Width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7CC9EA20-12F9-DAC6-B28C-7D4902C4E7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95171" y="69875"/>
            <a:ext cx="3027810" cy="283746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E28DEA8-6EF8-7F01-6A6C-9B27F7DD08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63725"/>
            <a:ext cx="10960858" cy="748790"/>
          </a:xfrm>
        </p:spPr>
        <p:txBody>
          <a:bodyPr lIns="0" anchor="b">
            <a:normAutofit/>
          </a:bodyPr>
          <a:lstStyle>
            <a:lvl1pPr>
              <a:defRPr sz="4200"/>
            </a:lvl1pPr>
          </a:lstStyle>
          <a:p>
            <a:r>
              <a:rPr lang="en-US"/>
              <a:t>LS Full Width Slide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DB7C35A-603A-64BF-C023-018C6015F5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" y="1399580"/>
            <a:ext cx="10960858" cy="4442395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6E44D-ED7F-EFEC-4B8E-FC589799E795}"/>
              </a:ext>
            </a:extLst>
          </p:cNvPr>
          <p:cNvCxnSpPr>
            <a:cxnSpLocks/>
          </p:cNvCxnSpPr>
          <p:nvPr userDrawn="1"/>
        </p:nvCxnSpPr>
        <p:spPr>
          <a:xfrm>
            <a:off x="609600" y="6531788"/>
            <a:ext cx="10960858" cy="0"/>
          </a:xfrm>
          <a:prstGeom prst="line">
            <a:avLst/>
          </a:prstGeom>
          <a:noFill/>
          <a:ln w="3175" cap="flat" cmpd="sng" algn="ctr">
            <a:solidFill>
              <a:srgbClr val="001158"/>
            </a:solidFill>
            <a:prstDash val="solid"/>
            <a:miter lim="800000"/>
          </a:ln>
          <a:effectLst/>
        </p:spPr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62CB1456-8A1B-271D-BA5E-06B605B448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333" y="6599392"/>
            <a:ext cx="901584" cy="1640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B559BC-CE32-4BB4-61B5-2B68AA7668F8}"/>
              </a:ext>
            </a:extLst>
          </p:cNvPr>
          <p:cNvSpPr txBox="1"/>
          <p:nvPr userDrawn="1"/>
        </p:nvSpPr>
        <p:spPr>
          <a:xfrm>
            <a:off x="1395663" y="6589081"/>
            <a:ext cx="150566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</a:rPr>
              <a:t>Proprietary and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0A852CC-133F-9360-6B17-9252EF9F52E5}"/>
              </a:ext>
            </a:extLst>
          </p:cNvPr>
          <p:cNvSpPr txBox="1">
            <a:spLocks/>
          </p:cNvSpPr>
          <p:nvPr userDrawn="1"/>
        </p:nvSpPr>
        <p:spPr>
          <a:xfrm>
            <a:off x="10646796" y="6607865"/>
            <a:ext cx="999787" cy="14709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rgbClr val="193AD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82C0D3-26A7-A64E-8170-5F3D69ED7171}" type="slidenum">
              <a:rPr lang="en-US" smtClean="0">
                <a:solidFill>
                  <a:srgbClr val="001158"/>
                </a:solidFill>
                <a:ea typeface="Tahoma" panose="020B0604030504040204" pitchFamily="34" charset="0"/>
                <a:cs typeface="Tahoma" panose="020B0604030504040204" pitchFamily="34" charset="0"/>
              </a:rPr>
              <a:pPr/>
              <a:t>‹#›</a:t>
            </a:fld>
            <a:endParaRPr lang="en-US">
              <a:solidFill>
                <a:srgbClr val="001158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575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97465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vider Option 1 Dark">
    <p:bg>
      <p:bgPr>
        <a:solidFill>
          <a:srgbClr val="04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885C0D-C2FF-92B3-13D1-0E8663214D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563" y="2913283"/>
            <a:ext cx="5532437" cy="700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Divider Option 1 Dark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48B8833-F5C1-FD5B-1F46-91760B2050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241573" y="-1092429"/>
            <a:ext cx="6917569" cy="89832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218454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8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CFFCBD-C66F-452E-A2B8-4F32C040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6"/>
            <a:ext cx="10991850" cy="700350"/>
          </a:xfrm>
          <a:prstGeom prst="rect">
            <a:avLst/>
          </a:prstGeom>
        </p:spPr>
        <p:txBody>
          <a:bodyPr vert="horz" lIns="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B05F1DC-4604-E73F-2644-CC6841318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36601"/>
            <a:ext cx="10991850" cy="292536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9942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0" i="0" kern="1200" baseline="0">
          <a:solidFill>
            <a:srgbClr val="193ADD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tabLst/>
        <a:defRPr sz="2800" b="0" i="0" kern="1200">
          <a:solidFill>
            <a:schemeClr val="accent2">
              <a:lumMod val="10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406400" indent="3429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000" b="0" i="0" kern="1200">
          <a:solidFill>
            <a:schemeClr val="accent2">
              <a:lumMod val="10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685800" indent="231775" algn="l" defTabSz="914400" rtl="0" eaLnBrk="1" latinLnBrk="0" hangingPunct="1">
        <a:lnSpc>
          <a:spcPct val="100000"/>
        </a:lnSpc>
        <a:spcBef>
          <a:spcPts val="500"/>
        </a:spcBef>
        <a:buClr>
          <a:schemeClr val="accent3">
            <a:lumMod val="75000"/>
          </a:schemeClr>
        </a:buClr>
        <a:buFont typeface="Arial" panose="020B0604020202020204" pitchFamily="34" charset="0"/>
        <a:buChar char="•"/>
        <a:tabLst/>
        <a:defRPr sz="1600" b="0" i="0" kern="1200">
          <a:solidFill>
            <a:schemeClr val="accent2">
              <a:lumMod val="10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149350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>
            <a:lumMod val="75000"/>
          </a:schemeClr>
        </a:buClr>
        <a:buFont typeface="Arial" panose="020B0604020202020204" pitchFamily="34" charset="0"/>
        <a:buChar char="•"/>
        <a:tabLst/>
        <a:defRPr sz="1400" b="0" i="0" kern="1200">
          <a:solidFill>
            <a:schemeClr val="accent2">
              <a:lumMod val="10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33363" indent="-2333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3">
              <a:lumMod val="50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0FC84F-1FF8-A624-1C53-7B25FA32C7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sz="3600" dirty="0"/>
              <a:t>Intelligent Workflow Manager</a:t>
            </a:r>
            <a:endParaRPr lang="en-US" sz="3600" b="1" dirty="0">
              <a:solidFill>
                <a:srgbClr val="34E4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A66FC-C563-8AAD-EA96-EF8E9241B5C4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Oct </a:t>
            </a:r>
            <a:r>
              <a:rPr lang="en-US" b="1" dirty="0">
                <a:solidFill>
                  <a:srgbClr val="34E4C0"/>
                </a:solidFill>
              </a:rPr>
              <a:t>2026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CD207C-4BF0-953D-BAD0-6A6F347B55DF}"/>
              </a:ext>
            </a:extLst>
          </p:cNvPr>
          <p:cNvSpPr txBox="1">
            <a:spLocks/>
          </p:cNvSpPr>
          <p:nvPr/>
        </p:nvSpPr>
        <p:spPr>
          <a:xfrm>
            <a:off x="563563" y="3751263"/>
            <a:ext cx="5532437" cy="70008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2800" b="0" i="0" kern="1200">
                <a:solidFill>
                  <a:schemeClr val="accent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06400" indent="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accent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85800" indent="2317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accent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4935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accent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33363" indent="-2333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4E4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Hackathon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5986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E179C3-B5E5-6BAA-45F0-CAC93912E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70668"/>
            <a:ext cx="10829935" cy="4088300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8">
            <a:extLst>
              <a:ext uri="{FF2B5EF4-FFF2-40B4-BE49-F238E27FC236}">
                <a16:creationId xmlns:a16="http://schemas.microsoft.com/office/drawing/2014/main" id="{3D3A92ED-6780-24D1-A2C6-8955F389E2DC}"/>
              </a:ext>
            </a:extLst>
          </p:cNvPr>
          <p:cNvSpPr txBox="1">
            <a:spLocks/>
          </p:cNvSpPr>
          <p:nvPr/>
        </p:nvSpPr>
        <p:spPr>
          <a:xfrm>
            <a:off x="645927" y="211839"/>
            <a:ext cx="10960858" cy="74879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0" i="0" kern="1200" baseline="0">
                <a:solidFill>
                  <a:srgbClr val="193AD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GB" dirty="0"/>
              <a:t>EXISTING CASE PROCESSOR DASHBOARD</a:t>
            </a:r>
          </a:p>
        </p:txBody>
      </p:sp>
    </p:spTree>
    <p:extLst>
      <p:ext uri="{BB962C8B-B14F-4D97-AF65-F5344CB8AC3E}">
        <p14:creationId xmlns:p14="http://schemas.microsoft.com/office/powerpoint/2010/main" val="97789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A267DC-8239-4A79-FC31-4F90D25F9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578" y="1890181"/>
            <a:ext cx="9664846" cy="2899454"/>
          </a:xfrm>
          <a:prstGeom prst="rect">
            <a:avLst/>
          </a:prstGeom>
        </p:spPr>
      </p:pic>
      <p:sp>
        <p:nvSpPr>
          <p:cNvPr id="5" name="Title 48">
            <a:extLst>
              <a:ext uri="{FF2B5EF4-FFF2-40B4-BE49-F238E27FC236}">
                <a16:creationId xmlns:a16="http://schemas.microsoft.com/office/drawing/2014/main" id="{F9DBF3C4-16D2-E63F-058F-53D3699DC208}"/>
              </a:ext>
            </a:extLst>
          </p:cNvPr>
          <p:cNvSpPr txBox="1">
            <a:spLocks/>
          </p:cNvSpPr>
          <p:nvPr/>
        </p:nvSpPr>
        <p:spPr>
          <a:xfrm>
            <a:off x="653814" y="169476"/>
            <a:ext cx="10960858" cy="74879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0" i="0" kern="1200" baseline="0">
                <a:solidFill>
                  <a:srgbClr val="193AD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GB" sz="3600" dirty="0"/>
              <a:t>EXISTING SMART WORKFLOW DASHBOARD</a:t>
            </a:r>
          </a:p>
        </p:txBody>
      </p:sp>
    </p:spTree>
    <p:extLst>
      <p:ext uri="{BB962C8B-B14F-4D97-AF65-F5344CB8AC3E}">
        <p14:creationId xmlns:p14="http://schemas.microsoft.com/office/powerpoint/2010/main" val="1935802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5215" y="896112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500" b="0">
                <a:solidFill>
                  <a:srgbClr val="697480"/>
                </a:solidFill>
                <a:latin typeface="Aptos"/>
              </a:defRPr>
            </a:pPr>
            <a:r>
              <a:rPr dirty="0"/>
              <a:t>What a PV Operations Manager should see when they open the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2121408" cy="107899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435608"/>
            <a:ext cx="187451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1">
                <a:solidFill>
                  <a:srgbClr val="697480"/>
                </a:solidFill>
                <a:latin typeface="Aptos"/>
              </a:defRPr>
            </a:pPr>
            <a:r>
              <a:t>WORKFLOW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82496"/>
            <a:ext cx="658368" cy="3474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300" b="1">
                <a:solidFill>
                  <a:srgbClr val="37915B"/>
                </a:solidFill>
                <a:latin typeface="Aptos"/>
              </a:defRPr>
            </a:pPr>
            <a:r>
              <a:t>92%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46504"/>
            <a:ext cx="1207008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303A46"/>
                </a:solidFill>
                <a:latin typeface="Aptos"/>
              </a:defRPr>
            </a:pPr>
            <a:r>
              <a:t>Healthy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0632" y="1298448"/>
            <a:ext cx="2121408" cy="107899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360" y="1435608"/>
            <a:ext cx="187451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1">
                <a:solidFill>
                  <a:srgbClr val="697480"/>
                </a:solidFill>
                <a:latin typeface="Aptos"/>
              </a:defRPr>
            </a:pPr>
            <a:r>
              <a:t>REGULATORY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682496"/>
            <a:ext cx="658368" cy="3474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300" b="1">
                <a:solidFill>
                  <a:srgbClr val="C6454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746504"/>
            <a:ext cx="1207008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303A46"/>
                </a:solidFill>
                <a:latin typeface="Aptos"/>
              </a:defRPr>
            </a:pPr>
            <a:r>
              <a:t>Cases at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8344" y="1298448"/>
            <a:ext cx="2121408" cy="107899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48072" y="1435608"/>
            <a:ext cx="187451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1">
                <a:solidFill>
                  <a:srgbClr val="697480"/>
                </a:solidFill>
                <a:latin typeface="Aptos"/>
              </a:defRPr>
            </a:pPr>
            <a:r>
              <a:t>SLA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1682496"/>
            <a:ext cx="658368" cy="3474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300" b="1">
                <a:solidFill>
                  <a:srgbClr val="E18E2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5583" y="1746504"/>
            <a:ext cx="1207008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303A46"/>
                </a:solidFill>
                <a:latin typeface="Aptos"/>
              </a:defRPr>
            </a:pPr>
            <a:r>
              <a:t>Predicted breaches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6056" y="1298448"/>
            <a:ext cx="2121408" cy="107899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15783" y="1435608"/>
            <a:ext cx="187451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1">
                <a:solidFill>
                  <a:srgbClr val="697480"/>
                </a:solidFill>
                <a:latin typeface="Aptos"/>
              </a:defRPr>
            </a:pPr>
            <a:r>
              <a:t>BOTTLENECKS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5783" y="1682496"/>
            <a:ext cx="658368" cy="3474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300" b="1">
                <a:solidFill>
                  <a:srgbClr val="E18E2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1746504"/>
            <a:ext cx="1207008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303A46"/>
                </a:solidFill>
                <a:latin typeface="Aptos"/>
              </a:defRPr>
            </a:pPr>
            <a:r>
              <a:t>Need attention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73768" y="1298448"/>
            <a:ext cx="2121408" cy="107899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83496" y="1435608"/>
            <a:ext cx="187451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1">
                <a:solidFill>
                  <a:srgbClr val="697480"/>
                </a:solidFill>
                <a:latin typeface="Aptos"/>
              </a:defRPr>
            </a:pPr>
            <a:r>
              <a:t>WORKLOAD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3496" y="1682496"/>
            <a:ext cx="658368" cy="3474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300" b="1">
                <a:solidFill>
                  <a:srgbClr val="C6454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51008" y="1746504"/>
            <a:ext cx="1207008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303A46"/>
                </a:solidFill>
                <a:latin typeface="Aptos"/>
              </a:defRPr>
            </a:pPr>
            <a:r>
              <a:t>Teams overloaded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615184"/>
            <a:ext cx="68122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2816352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400" b="1">
                <a:solidFill>
                  <a:srgbClr val="182F4F"/>
                </a:solidFill>
                <a:latin typeface="Aptos"/>
              </a:defRPr>
            </a:pPr>
            <a:r>
              <a:t>PRIORITY ITEMS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246120"/>
            <a:ext cx="6355080" cy="5029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3355848"/>
            <a:ext cx="10972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1">
                <a:solidFill>
                  <a:srgbClr val="C64545"/>
                </a:solidFill>
                <a:latin typeface="Aptos"/>
              </a:defRPr>
            </a:pPr>
            <a:r>
              <a:t>12 cases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93392" y="3355848"/>
            <a:ext cx="4800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303A46"/>
                </a:solidFill>
                <a:latin typeface="Aptos"/>
              </a:defRPr>
            </a:pPr>
            <a:r>
              <a:rPr dirty="0"/>
              <a:t>High risk of missing reporting deadline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886200"/>
            <a:ext cx="6355080" cy="5029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3995928"/>
            <a:ext cx="10972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1">
                <a:solidFill>
                  <a:srgbClr val="E18E2A"/>
                </a:solidFill>
                <a:latin typeface="Aptos"/>
              </a:defRPr>
            </a:pPr>
            <a:r>
              <a:t>5 cases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93392" y="3995928"/>
            <a:ext cx="4800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303A46"/>
                </a:solidFill>
                <a:latin typeface="Aptos"/>
              </a:defRPr>
            </a:pPr>
            <a:r>
              <a:t>Delayed in Medical Review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526280"/>
            <a:ext cx="6355080" cy="5029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" y="4636008"/>
            <a:ext cx="10972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1">
                <a:solidFill>
                  <a:srgbClr val="C64545"/>
                </a:solidFill>
                <a:latin typeface="Aptos"/>
              </a:defRPr>
            </a:pPr>
            <a:r>
              <a:t>Person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93392" y="4636008"/>
            <a:ext cx="4800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303A46"/>
                </a:solidFill>
                <a:latin typeface="Aptos"/>
              </a:defRPr>
            </a:pPr>
            <a:r>
              <a:t>125% workload capacity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166360"/>
            <a:ext cx="6355080" cy="5029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6112" y="5276088"/>
            <a:ext cx="10972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1">
                <a:solidFill>
                  <a:srgbClr val="E18E2A"/>
                </a:solidFill>
                <a:latin typeface="Aptos"/>
              </a:defRPr>
            </a:pPr>
            <a:r>
              <a:t>3 cases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93392" y="5276088"/>
            <a:ext cx="4800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303A46"/>
                </a:solidFill>
                <a:latin typeface="Aptos"/>
              </a:defRPr>
            </a:pPr>
            <a:r>
              <a:t>Stuck longer than historical norm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16368" y="2615184"/>
            <a:ext cx="4160520" cy="33375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54112" y="2816352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400" b="1">
                <a:solidFill>
                  <a:srgbClr val="008F91"/>
                </a:solidFill>
                <a:latin typeface="Aptos"/>
              </a:defRPr>
            </a:pPr>
            <a:r>
              <a:t>AI RECOMMENDED ACTIONS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273552"/>
            <a:ext cx="310896" cy="31089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100" b="1">
                <a:solidFill>
                  <a:srgbClr val="008F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3264408"/>
            <a:ext cx="30632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303A46"/>
                </a:solidFill>
                <a:latin typeface="Aptos"/>
              </a:defRPr>
            </a:pPr>
            <a:r>
              <a:t>Prioritize 12 high-risk cases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3840480"/>
            <a:ext cx="310896" cy="31089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100" b="1">
                <a:solidFill>
                  <a:srgbClr val="008F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2" y="3831336"/>
            <a:ext cx="30632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303A46"/>
                </a:solidFill>
                <a:latin typeface="Aptos"/>
              </a:defRPr>
            </a:pPr>
            <a:r>
              <a:t>Reassign 3 Medical Review cases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407408"/>
            <a:ext cx="310896" cy="31089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100" b="1">
                <a:solidFill>
                  <a:srgbClr val="008F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2" y="4398264"/>
            <a:ext cx="30632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303A46"/>
                </a:solidFill>
                <a:latin typeface="Aptos"/>
              </a:defRPr>
            </a:pPr>
            <a:r>
              <a:t>Review Person A's workload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974336"/>
            <a:ext cx="310896" cy="31089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100" b="1">
                <a:solidFill>
                  <a:srgbClr val="008F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1312" y="4965192"/>
            <a:ext cx="30632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303A46"/>
                </a:solidFill>
                <a:latin typeface="Aptos"/>
              </a:defRPr>
            </a:pPr>
            <a:r>
              <a:t>Monitor 3 aging activities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54112" y="5504688"/>
            <a:ext cx="352044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1">
                <a:solidFill>
                  <a:srgbClr val="697480"/>
                </a:solidFill>
                <a:latin typeface="Aptos"/>
              </a:defRPr>
            </a:pPr>
            <a:r>
              <a:t>Human approval required for actions</a:t>
            </a:r>
          </a:p>
        </p:txBody>
      </p:sp>
      <p:sp>
        <p:nvSpPr>
          <p:cNvPr id="49" name="Title 48">
            <a:extLst>
              <a:ext uri="{FF2B5EF4-FFF2-40B4-BE49-F238E27FC236}">
                <a16:creationId xmlns:a16="http://schemas.microsoft.com/office/drawing/2014/main" id="{7C54B04D-CF5D-A7FA-6404-AF280C839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927" y="211839"/>
            <a:ext cx="10960858" cy="748790"/>
          </a:xfrm>
        </p:spPr>
        <p:txBody>
          <a:bodyPr>
            <a:normAutofit/>
          </a:bodyPr>
          <a:lstStyle/>
          <a:p>
            <a:r>
              <a:rPr lang="en-GB" dirty="0"/>
              <a:t>INTELLIGENT WORKFLOW MANAGER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6072" y="950976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500" b="0">
                <a:solidFill>
                  <a:srgbClr val="697480"/>
                </a:solidFill>
                <a:latin typeface="Aptos"/>
              </a:defRPr>
            </a:pPr>
            <a:r>
              <a:t>Move from a risk signal to the exact reason and recommended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61872"/>
            <a:ext cx="11155680" cy="50292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399032"/>
            <a:ext cx="1069848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1">
                <a:solidFill>
                  <a:srgbClr val="366FAB"/>
                </a:solidFill>
                <a:latin typeface="Aptos"/>
              </a:defRPr>
            </a:pPr>
            <a:r>
              <a:t>Dashboard  →  Regulatory Risk  →  Medical Review  →  Case 123456  →  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93392"/>
            <a:ext cx="4572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212848"/>
            <a:ext cx="39319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500" b="1">
                <a:solidFill>
                  <a:srgbClr val="C64545"/>
                </a:solidFill>
                <a:latin typeface="Aptos"/>
              </a:defRPr>
            </a:pPr>
            <a:r>
              <a:t>CASE 123456 — HIGH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51760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1">
                <a:solidFill>
                  <a:srgbClr val="697480"/>
                </a:solidFill>
                <a:latin typeface="Aptos"/>
              </a:defRPr>
            </a:pPr>
            <a:r>
              <a:rPr dirty="0"/>
              <a:t>Reporting due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651760"/>
            <a:ext cx="25603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303A46"/>
                </a:solidFill>
                <a:latin typeface="Aptos"/>
              </a:defRPr>
            </a:pPr>
            <a:r>
              <a:t>14-Oct-2026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035808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1">
                <a:solidFill>
                  <a:srgbClr val="697480"/>
                </a:solidFill>
                <a:latin typeface="Aptos"/>
              </a:defRPr>
            </a:pPr>
            <a:r>
              <a:t>Current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035808"/>
            <a:ext cx="25603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303A46"/>
                </a:solidFill>
                <a:latin typeface="Aptos"/>
              </a:defRPr>
            </a:pPr>
            <a:r>
              <a:t>Medical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419856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1">
                <a:solidFill>
                  <a:srgbClr val="697480"/>
                </a:solidFill>
                <a:latin typeface="Aptos"/>
              </a:defRPr>
            </a:pPr>
            <a:r>
              <a:t>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419856"/>
            <a:ext cx="25603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1">
                <a:solidFill>
                  <a:srgbClr val="C64545"/>
                </a:solidFill>
                <a:latin typeface="Aptos"/>
              </a:defRPr>
            </a:pPr>
            <a:r>
              <a:t>6.2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803904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1">
                <a:solidFill>
                  <a:srgbClr val="697480"/>
                </a:solidFill>
                <a:latin typeface="Aptos"/>
              </a:defRPr>
            </a:pPr>
            <a:r>
              <a:t>Historical norm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803904"/>
            <a:ext cx="25603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303A46"/>
                </a:solidFill>
                <a:latin typeface="Aptos"/>
              </a:defRPr>
            </a:pPr>
            <a:r>
              <a:t>2.5 days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251960"/>
            <a:ext cx="3886200" cy="117043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425696"/>
            <a:ext cx="35204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1">
                <a:solidFill>
                  <a:srgbClr val="182F4F"/>
                </a:solidFill>
                <a:latin typeface="Aptos"/>
              </a:defRPr>
            </a:pPr>
            <a:r>
              <a:t>WHY IS IT AT RISK?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754880"/>
            <a:ext cx="352044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303A46"/>
                </a:solidFill>
                <a:latin typeface="Aptos"/>
              </a:defRPr>
            </a:pPr>
            <a:r>
              <a:t>Medical Review aging is 2.5× historical norm and the reporting deadline is approaching.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9240" y="1993392"/>
            <a:ext cx="6309360" cy="4160520"/>
          </a:xfrm>
          <a:prstGeom prst="roundRect">
            <a:avLst/>
          </a:prstGeom>
          <a:solidFill>
            <a:srgbClr val="ED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23560" y="221284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500" b="1">
                <a:solidFill>
                  <a:srgbClr val="008F91"/>
                </a:solidFill>
                <a:latin typeface="Aptos"/>
              </a:defRPr>
            </a:pPr>
            <a:r>
              <a:t>AI EXPLANATION &amp; NEXT BEST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67004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1">
                <a:solidFill>
                  <a:srgbClr val="697480"/>
                </a:solidFill>
                <a:latin typeface="Aptos"/>
              </a:defRPr>
            </a:pPr>
            <a:r>
              <a:t>Risk reason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2971800"/>
            <a:ext cx="544068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200" b="0">
                <a:solidFill>
                  <a:srgbClr val="303A46"/>
                </a:solidFill>
                <a:latin typeface="Aptos"/>
              </a:defRPr>
            </a:pPr>
            <a:r>
              <a:t>“This case is likely to miss its reporting deadline because Medical Review is significantly slower than the historical baseline.”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376732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1">
                <a:solidFill>
                  <a:srgbClr val="697480"/>
                </a:solidFill>
                <a:latin typeface="Aptos"/>
              </a:defRPr>
            </a:pPr>
            <a:r>
              <a:t>Recommended 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0" y="4096512"/>
            <a:ext cx="54406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33872" y="4279392"/>
            <a:ext cx="502920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200" b="1">
                <a:solidFill>
                  <a:srgbClr val="182F4F"/>
                </a:solidFill>
                <a:latin typeface="Aptos"/>
              </a:defRPr>
            </a:pPr>
            <a:r>
              <a:t>Prioritize or reassign Medical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504748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1">
                <a:solidFill>
                  <a:srgbClr val="697480"/>
                </a:solidFill>
                <a:latin typeface="Aptos"/>
              </a:defRPr>
            </a:pPr>
            <a:r>
              <a:t>Supporting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5367528"/>
            <a:ext cx="54864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303A46"/>
                </a:solidFill>
                <a:latin typeface="Aptos"/>
              </a:defRPr>
            </a:pPr>
            <a:r>
              <a:t>Historical turnaround • current aging • due date • reviewer workload • case complexity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5916168"/>
            <a:ext cx="539496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900" b="1">
                <a:solidFill>
                  <a:srgbClr val="008F91"/>
                </a:solidFill>
                <a:latin typeface="Aptos"/>
              </a:defRPr>
            </a:pPr>
            <a:r>
              <a:t>Explainable • Auditable • Human-controlled</a:t>
            </a:r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46904B79-5C2F-D08F-F86F-9C34587DE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43" y="211330"/>
            <a:ext cx="10960858" cy="748790"/>
          </a:xfrm>
        </p:spPr>
        <p:txBody>
          <a:bodyPr>
            <a:normAutofit/>
          </a:bodyPr>
          <a:lstStyle/>
          <a:p>
            <a:r>
              <a:rPr lang="en-US" dirty="0"/>
              <a:t>FROM DASHBOARD TO ROOT CAUSE</a:t>
            </a:r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932688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500" b="0">
                <a:solidFill>
                  <a:srgbClr val="697480"/>
                </a:solidFill>
                <a:latin typeface="Aptos"/>
              </a:defRPr>
            </a:pPr>
            <a:r>
              <a:rPr dirty="0"/>
              <a:t>Managers can ask questions in natural language instead of searching through multiple reports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10927080" cy="44805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400" b="1">
                <a:solidFill>
                  <a:srgbClr val="008F91"/>
                </a:solidFill>
                <a:latin typeface="Aptos"/>
              </a:defRPr>
            </a:pPr>
            <a:r>
              <a:t>ASK THE WORKFLOW MANAGER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48840"/>
            <a:ext cx="7223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2313432"/>
            <a:ext cx="68122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200" b="1">
                <a:solidFill>
                  <a:srgbClr val="303A46"/>
                </a:solidFill>
                <a:latin typeface="Aptos"/>
              </a:defRPr>
            </a:pPr>
            <a:r>
              <a:t>Which cases are most likely to miss their regulatory deadline?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99232"/>
            <a:ext cx="9966960" cy="1234440"/>
          </a:xfrm>
          <a:prstGeom prst="roundRect">
            <a:avLst/>
          </a:prstGeom>
          <a:solidFill>
            <a:srgbClr val="ED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3182112"/>
            <a:ext cx="95554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1">
                <a:solidFill>
                  <a:srgbClr val="008F91"/>
                </a:solidFill>
                <a:latin typeface="Aptos"/>
              </a:defRPr>
            </a:pPr>
            <a:r>
              <a:t>I found 12 high-risk cases. The main drivers are: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511296"/>
            <a:ext cx="932688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303A46"/>
                </a:solidFill>
                <a:latin typeface="Aptos"/>
              </a:defRPr>
            </a:pPr>
            <a:r>
              <a:t>• 5 cases delayed in Medical Review   • 4 cases with limited remaining time   • 3 cases with unusual workflow aging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462272"/>
            <a:ext cx="7863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4626864"/>
            <a:ext cx="74066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200" b="1">
                <a:solidFill>
                  <a:srgbClr val="303A46"/>
                </a:solidFill>
                <a:latin typeface="Aptos"/>
              </a:defRPr>
            </a:pPr>
            <a:r>
              <a:t>Why is Medical Review a bottleneck today?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303520"/>
            <a:ext cx="9966960" cy="411480"/>
          </a:xfrm>
          <a:prstGeom prst="roundRect">
            <a:avLst/>
          </a:prstGeom>
          <a:solidFill>
            <a:srgbClr val="ED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5404104"/>
            <a:ext cx="955548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303A46"/>
                </a:solidFill>
                <a:latin typeface="Aptos"/>
              </a:defRPr>
            </a:pPr>
            <a:r>
              <a:t>AI identifies the cause, shows the supporting data, and suggests practical actions — without making the decision for the manager.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1665F4B-E563-94B3-64CF-E221A0BF7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586" y="174754"/>
            <a:ext cx="10960858" cy="748790"/>
          </a:xfrm>
        </p:spPr>
        <p:txBody>
          <a:bodyPr>
            <a:normAutofit/>
          </a:bodyPr>
          <a:lstStyle/>
          <a:p>
            <a:r>
              <a:rPr lang="en-GB" dirty="0"/>
              <a:t>THE IDEAL AGENTIC EXPERIENCE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941832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500" b="0">
                <a:solidFill>
                  <a:srgbClr val="697480"/>
                </a:solidFill>
                <a:latin typeface="Aptos"/>
              </a:defRPr>
            </a:pPr>
            <a:r>
              <a:rPr dirty="0"/>
              <a:t>The solution should be proactive, explainable and useful in the manager’s daily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063240" cy="15087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618488"/>
            <a:ext cx="2651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400" b="1">
                <a:solidFill>
                  <a:srgbClr val="008F91"/>
                </a:solidFill>
                <a:latin typeface="Aptos"/>
              </a:defRPr>
            </a:pPr>
            <a:r>
              <a:t>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265176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303A46"/>
                </a:solidFill>
                <a:latin typeface="Aptos"/>
              </a:defRPr>
            </a:pPr>
            <a:r>
              <a:t>One view of overall workflow health and priority risks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417320"/>
            <a:ext cx="3063240" cy="15087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51960" y="1618488"/>
            <a:ext cx="2651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400" b="1">
                <a:solidFill>
                  <a:srgbClr val="008F91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029968"/>
            <a:ext cx="265176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303A46"/>
                </a:solidFill>
                <a:latin typeface="Aptos"/>
              </a:defRPr>
            </a:pPr>
            <a:r>
              <a:t>Identify regulatory and SLA risks before they become overdue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417320"/>
            <a:ext cx="3063240" cy="15087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79" y="1618488"/>
            <a:ext cx="2651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400" b="1">
                <a:solidFill>
                  <a:srgbClr val="008F91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029968"/>
            <a:ext cx="265176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303A46"/>
                </a:solidFill>
                <a:latin typeface="Aptos"/>
              </a:defRPr>
            </a:pPr>
            <a:r>
              <a:t>Clearly show why a case, team or activity is at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01568"/>
            <a:ext cx="3063240" cy="15087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602736"/>
            <a:ext cx="2651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400" b="1">
                <a:solidFill>
                  <a:srgbClr val="008F91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14216"/>
            <a:ext cx="265176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303A46"/>
                </a:solidFill>
                <a:latin typeface="Aptos"/>
              </a:defRPr>
            </a:pPr>
            <a:r>
              <a:t>Recommend the next best action — prioritize, reassign, escalate or monitor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3401568"/>
            <a:ext cx="3063240" cy="15087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60" y="3602736"/>
            <a:ext cx="2651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400" b="1">
                <a:solidFill>
                  <a:srgbClr val="008F91"/>
                </a:solidFill>
                <a:latin typeface="Aptos"/>
              </a:defRPr>
            </a:pPr>
            <a:r>
              <a:t>DRILL 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4014216"/>
            <a:ext cx="265176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303A46"/>
                </a:solidFill>
                <a:latin typeface="Aptos"/>
              </a:defRPr>
            </a:pPr>
            <a:r>
              <a:t>Move from dashboard → team → case → activity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3401568"/>
            <a:ext cx="3063240" cy="15087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26679" y="3602736"/>
            <a:ext cx="2651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400" b="1">
                <a:solidFill>
                  <a:srgbClr val="008F91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014216"/>
            <a:ext cx="265176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303A46"/>
                </a:solidFill>
                <a:latin typeface="Aptos"/>
              </a:defRPr>
            </a:pPr>
            <a:r>
              <a:t>Keep AI recommendations explainable, auditable and human-controlled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500" b="1">
                <a:solidFill>
                  <a:srgbClr val="182F4F"/>
                </a:solidFill>
                <a:latin typeface="Aptos"/>
              </a:defRPr>
            </a:pPr>
            <a:r>
              <a:t>What happened?  →  What is happening?  →  What will likely happen?  →  What should I do?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19DDBA35-1B4E-9357-A272-9C614FE8E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3042"/>
            <a:ext cx="10960858" cy="748790"/>
          </a:xfrm>
        </p:spPr>
        <p:txBody>
          <a:bodyPr>
            <a:normAutofit/>
          </a:bodyPr>
          <a:lstStyle/>
          <a:p>
            <a:r>
              <a:rPr lang="en-GB" dirty="0"/>
              <a:t>WHAT “GOOD” LOOKS LIKE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350E67-228D-68CE-B851-93F605B459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5449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ArisGlobal Theme 24">
      <a:dk1>
        <a:srgbClr val="001158"/>
      </a:dk1>
      <a:lt1>
        <a:srgbClr val="FFFFFF"/>
      </a:lt1>
      <a:dk2>
        <a:srgbClr val="1A3BDD"/>
      </a:dk2>
      <a:lt2>
        <a:srgbClr val="F3F3F3"/>
      </a:lt2>
      <a:accent1>
        <a:srgbClr val="1A3BDD"/>
      </a:accent1>
      <a:accent2>
        <a:srgbClr val="00E8BE"/>
      </a:accent2>
      <a:accent3>
        <a:srgbClr val="000000"/>
      </a:accent3>
      <a:accent4>
        <a:srgbClr val="D8D8D8"/>
      </a:accent4>
      <a:accent5>
        <a:srgbClr val="34E4C0"/>
      </a:accent5>
      <a:accent6>
        <a:srgbClr val="34E3C0"/>
      </a:accent6>
      <a:hlink>
        <a:srgbClr val="093BE5"/>
      </a:hlink>
      <a:folHlink>
        <a:srgbClr val="1A3BDD"/>
      </a:folHlink>
    </a:clrScheme>
    <a:fontScheme name="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441</Words>
  <Application>Microsoft Office PowerPoint</Application>
  <PresentationFormat>Widescreen</PresentationFormat>
  <Paragraphs>87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1_Office Theme</vt:lpstr>
      <vt:lpstr>PowerPoint Presentation</vt:lpstr>
      <vt:lpstr>PowerPoint Presentation</vt:lpstr>
      <vt:lpstr>PowerPoint Presentation</vt:lpstr>
      <vt:lpstr>INTELLIGENT WORKFLOW MANAGER</vt:lpstr>
      <vt:lpstr>FROM DASHBOARD TO ROOT CAUSE</vt:lpstr>
      <vt:lpstr>THE IDEAL AGENTIC EXPERIENCE</vt:lpstr>
      <vt:lpstr>WHAT “GOOD” LOOKS LIKE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Nagrale</dc:creator>
  <cp:lastModifiedBy>Abhishek Nagrale</cp:lastModifiedBy>
  <cp:revision>2</cp:revision>
  <dcterms:created xsi:type="dcterms:W3CDTF">2026-10-06T07:40:14Z</dcterms:created>
  <dcterms:modified xsi:type="dcterms:W3CDTF">2026-10-08T09:05:56Z</dcterms:modified>
</cp:coreProperties>
</file>